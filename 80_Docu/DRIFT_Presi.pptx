
<file path=[Content_Types].xml><?xml version="1.0" encoding="utf-8"?>
<Types xmlns="http://schemas.openxmlformats.org/package/2006/content-types">
  <Default Extension="emf" ContentType="image/x-emf"/>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autoCompressPictures="0">
  <p:sldMasterIdLst>
    <p:sldMasterId id="2147483648" r:id="rId4"/>
  </p:sldMasterIdLst>
  <p:notesMasterIdLst>
    <p:notesMasterId r:id="rId16"/>
  </p:notesMasterIdLst>
  <p:sldIdLst>
    <p:sldId id="267" r:id="rId5"/>
    <p:sldId id="307" r:id="rId6"/>
    <p:sldId id="311" r:id="rId7"/>
    <p:sldId id="301" r:id="rId8"/>
    <p:sldId id="314" r:id="rId9"/>
    <p:sldId id="312" r:id="rId10"/>
    <p:sldId id="303" r:id="rId11"/>
    <p:sldId id="313" r:id="rId12"/>
    <p:sldId id="308" r:id="rId13"/>
    <p:sldId id="310" r:id="rId14"/>
    <p:sldId id="277" r:id="rId15"/>
  </p:sldIdLst>
  <p:sldSz cx="12192000" cy="6858000"/>
  <p:notesSz cx="6858000" cy="9144000"/>
  <p:embeddedFontLst>
    <p:embeddedFont>
      <p:font typeface="Acumin Pro Condensed Semibold" panose="020B0706020202020204" pitchFamily="34" charset="77"/>
      <p:regular r:id="rId17"/>
      <p:bold r:id="rId18"/>
      <p:italic r:id="rId19"/>
      <p:boldItalic r:id="rId20"/>
    </p:embeddedFont>
    <p:embeddedFont>
      <p:font typeface="Acumin Pro Medium" panose="020B0604020202020204" pitchFamily="34" charset="77"/>
      <p:regular r:id="rId21"/>
      <p:italic r:id="rId22"/>
    </p:embeddedFont>
    <p:embeddedFont>
      <p:font typeface="Franklin Gothic Book" panose="020B0503020102020204" pitchFamily="34" charset="0"/>
      <p:regular r:id="rId23"/>
      <p:italic r:id="rId24"/>
    </p:embeddedFont>
    <p:embeddedFont>
      <p:font typeface="Franklin Gothic Medium" panose="020B0603020102020204" pitchFamily="34" charset="0"/>
      <p:regular r:id="rId25"/>
      <p:italic r:id="rId26"/>
    </p:embeddedFont>
    <p:embeddedFont>
      <p:font typeface="Franklin Gothic Medium Cond" panose="020B0606030402020204" pitchFamily="34" charset="0"/>
      <p:regular r:id="rId27"/>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080" userDrawn="1">
          <p15:clr>
            <a:srgbClr val="A4A3A4"/>
          </p15:clr>
        </p15:guide>
        <p15:guide id="2" pos="312"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A26CE219-6CB4-4D82-2315-C217F06FFCCD}" name="Hiller, Kelly R" initials="HKR" userId="S::khiller@purdue.edu::b25b1487-7f5e-4b7f-a0b2-f8bcb0b1ea5a"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CFB991"/>
    <a:srgbClr val="DDB945"/>
    <a:srgbClr val="EBD99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2358"/>
    <p:restoredTop sz="94737"/>
  </p:normalViewPr>
  <p:slideViewPr>
    <p:cSldViewPr snapToGrid="0">
      <p:cViewPr varScale="1">
        <p:scale>
          <a:sx n="145" d="100"/>
          <a:sy n="145" d="100"/>
        </p:scale>
        <p:origin x="328" y="192"/>
      </p:cViewPr>
      <p:guideLst>
        <p:guide orient="horz" pos="1080"/>
        <p:guide pos="312"/>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font" Target="fonts/font2.fntdata"/><Relationship Id="rId26" Type="http://schemas.openxmlformats.org/officeDocument/2006/relationships/font" Target="fonts/font10.fntdata"/><Relationship Id="rId3" Type="http://schemas.openxmlformats.org/officeDocument/2006/relationships/customXml" Target="../customXml/item3.xml"/><Relationship Id="rId21" Type="http://schemas.openxmlformats.org/officeDocument/2006/relationships/font" Target="fonts/font5.fntdata"/><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font" Target="fonts/font1.fntdata"/><Relationship Id="rId25" Type="http://schemas.openxmlformats.org/officeDocument/2006/relationships/font" Target="fonts/font9.fntdata"/><Relationship Id="rId2" Type="http://schemas.openxmlformats.org/officeDocument/2006/relationships/customXml" Target="../customXml/item2.xml"/><Relationship Id="rId16" Type="http://schemas.openxmlformats.org/officeDocument/2006/relationships/notesMaster" Target="notesMasters/notesMaster1.xml"/><Relationship Id="rId20" Type="http://schemas.openxmlformats.org/officeDocument/2006/relationships/font" Target="fonts/font4.fntdata"/><Relationship Id="rId29"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font" Target="fonts/font8.fntdata"/><Relationship Id="rId32" Type="http://schemas.microsoft.com/office/2018/10/relationships/authors" Target="author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font" Target="fonts/font7.fntdata"/><Relationship Id="rId28" Type="http://schemas.openxmlformats.org/officeDocument/2006/relationships/presProps" Target="presProps.xml"/><Relationship Id="rId10" Type="http://schemas.openxmlformats.org/officeDocument/2006/relationships/slide" Target="slides/slide6.xml"/><Relationship Id="rId19" Type="http://schemas.openxmlformats.org/officeDocument/2006/relationships/font" Target="fonts/font3.fntdata"/><Relationship Id="rId31"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font" Target="fonts/font6.fntdata"/><Relationship Id="rId27" Type="http://schemas.openxmlformats.org/officeDocument/2006/relationships/font" Target="fonts/font11.fntdata"/><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1926CF7-48D8-2F46-AFC8-8A5D2298DFDD}" type="datetimeFigureOut">
              <a:rPr lang="en-US" smtClean="0"/>
              <a:t>5/8/26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37BF745-0557-B241-863F-056113C7032A}" type="slidenum">
              <a:rPr lang="en-US" smtClean="0"/>
              <a:t>‹#›</a:t>
            </a:fld>
            <a:endParaRPr lang="en-US"/>
          </a:p>
        </p:txBody>
      </p:sp>
    </p:spTree>
    <p:extLst>
      <p:ext uri="{BB962C8B-B14F-4D97-AF65-F5344CB8AC3E}">
        <p14:creationId xmlns:p14="http://schemas.microsoft.com/office/powerpoint/2010/main" val="316567436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37BF745-0557-B241-863F-056113C7032A}" type="slidenum">
              <a:rPr lang="en-US" smtClean="0"/>
              <a:t>1</a:t>
            </a:fld>
            <a:endParaRPr lang="en-US"/>
          </a:p>
        </p:txBody>
      </p:sp>
    </p:spTree>
    <p:extLst>
      <p:ext uri="{BB962C8B-B14F-4D97-AF65-F5344CB8AC3E}">
        <p14:creationId xmlns:p14="http://schemas.microsoft.com/office/powerpoint/2010/main" val="3532331613"/>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 Black">
    <p:bg>
      <p:bgPr>
        <a:solidFill>
          <a:schemeClr val="tx1"/>
        </a:solidFill>
        <a:effectLst/>
      </p:bgPr>
    </p:bg>
    <p:spTree>
      <p:nvGrpSpPr>
        <p:cNvPr id="1" name=""/>
        <p:cNvGrpSpPr/>
        <p:nvPr/>
      </p:nvGrpSpPr>
      <p:grpSpPr>
        <a:xfrm>
          <a:off x="0" y="0"/>
          <a:ext cx="0" cy="0"/>
          <a:chOff x="0" y="0"/>
          <a:chExt cx="0" cy="0"/>
        </a:xfrm>
      </p:grpSpPr>
      <p:pic>
        <p:nvPicPr>
          <p:cNvPr id="2" name="Black Triangle">
            <a:extLst>
              <a:ext uri="{FF2B5EF4-FFF2-40B4-BE49-F238E27FC236}">
                <a16:creationId xmlns:a16="http://schemas.microsoft.com/office/drawing/2014/main" id="{E6FF8326-7C7F-B6EE-5081-7AD19B61BF99}"/>
              </a:ext>
            </a:extLst>
          </p:cNvPr>
          <p:cNvPicPr>
            <a:picLocks noChangeAspect="1"/>
          </p:cNvPicPr>
          <p:nvPr userDrawn="1"/>
        </p:nvPicPr>
        <p:blipFill>
          <a:blip r:embed="rId2"/>
          <a:stretch>
            <a:fillRect/>
          </a:stretch>
        </p:blipFill>
        <p:spPr>
          <a:xfrm>
            <a:off x="9956800" y="0"/>
            <a:ext cx="2235200" cy="6858000"/>
          </a:xfrm>
          <a:prstGeom prst="rect">
            <a:avLst/>
          </a:prstGeom>
          <a:noFill/>
        </p:spPr>
      </p:pic>
      <p:sp>
        <p:nvSpPr>
          <p:cNvPr id="6" name="Triangle 5">
            <a:extLst>
              <a:ext uri="{FF2B5EF4-FFF2-40B4-BE49-F238E27FC236}">
                <a16:creationId xmlns:a16="http://schemas.microsoft.com/office/drawing/2014/main" id="{47BD40D6-A6F9-8B8C-560F-0C7A97097E8F}"/>
              </a:ext>
            </a:extLst>
          </p:cNvPr>
          <p:cNvSpPr/>
          <p:nvPr userDrawn="1"/>
        </p:nvSpPr>
        <p:spPr>
          <a:xfrm>
            <a:off x="9954706" y="-9439"/>
            <a:ext cx="2246721" cy="6867440"/>
          </a:xfrm>
          <a:custGeom>
            <a:avLst/>
            <a:gdLst>
              <a:gd name="connsiteX0" fmla="*/ 0 w 2243579"/>
              <a:gd name="connsiteY0" fmla="*/ 0 h 6881568"/>
              <a:gd name="connsiteX1" fmla="*/ 2243579 w 2243579"/>
              <a:gd name="connsiteY1" fmla="*/ 0 h 6881568"/>
              <a:gd name="connsiteX2" fmla="*/ 2243579 w 2243579"/>
              <a:gd name="connsiteY2" fmla="*/ 6881568 h 6881568"/>
              <a:gd name="connsiteX3" fmla="*/ 0 w 2243579"/>
              <a:gd name="connsiteY3" fmla="*/ 6881568 h 6881568"/>
              <a:gd name="connsiteX4" fmla="*/ 0 w 2243579"/>
              <a:gd name="connsiteY4" fmla="*/ 0 h 6881568"/>
              <a:gd name="connsiteX0" fmla="*/ 1300899 w 2243579"/>
              <a:gd name="connsiteY0" fmla="*/ 565608 h 6881568"/>
              <a:gd name="connsiteX1" fmla="*/ 2243579 w 2243579"/>
              <a:gd name="connsiteY1" fmla="*/ 0 h 6881568"/>
              <a:gd name="connsiteX2" fmla="*/ 2243579 w 2243579"/>
              <a:gd name="connsiteY2" fmla="*/ 6881568 h 6881568"/>
              <a:gd name="connsiteX3" fmla="*/ 0 w 2243579"/>
              <a:gd name="connsiteY3" fmla="*/ 6881568 h 6881568"/>
              <a:gd name="connsiteX4" fmla="*/ 1300899 w 2243579"/>
              <a:gd name="connsiteY4" fmla="*/ 565608 h 6881568"/>
              <a:gd name="connsiteX0" fmla="*/ 1602557 w 2243579"/>
              <a:gd name="connsiteY0" fmla="*/ 18854 h 6881568"/>
              <a:gd name="connsiteX1" fmla="*/ 2243579 w 2243579"/>
              <a:gd name="connsiteY1" fmla="*/ 0 h 6881568"/>
              <a:gd name="connsiteX2" fmla="*/ 2243579 w 2243579"/>
              <a:gd name="connsiteY2" fmla="*/ 6881568 h 6881568"/>
              <a:gd name="connsiteX3" fmla="*/ 0 w 2243579"/>
              <a:gd name="connsiteY3" fmla="*/ 6881568 h 6881568"/>
              <a:gd name="connsiteX4" fmla="*/ 1602557 w 2243579"/>
              <a:gd name="connsiteY4" fmla="*/ 18854 h 6881568"/>
              <a:gd name="connsiteX0" fmla="*/ 1319753 w 1960775"/>
              <a:gd name="connsiteY0" fmla="*/ 18854 h 6881568"/>
              <a:gd name="connsiteX1" fmla="*/ 1960775 w 1960775"/>
              <a:gd name="connsiteY1" fmla="*/ 0 h 6881568"/>
              <a:gd name="connsiteX2" fmla="*/ 1960775 w 1960775"/>
              <a:gd name="connsiteY2" fmla="*/ 6881568 h 6881568"/>
              <a:gd name="connsiteX3" fmla="*/ 0 w 1960775"/>
              <a:gd name="connsiteY3" fmla="*/ 6806154 h 6881568"/>
              <a:gd name="connsiteX4" fmla="*/ 1319753 w 1960775"/>
              <a:gd name="connsiteY4" fmla="*/ 18854 h 6881568"/>
              <a:gd name="connsiteX0" fmla="*/ 1593130 w 2234152"/>
              <a:gd name="connsiteY0" fmla="*/ 18854 h 6881569"/>
              <a:gd name="connsiteX1" fmla="*/ 2234152 w 2234152"/>
              <a:gd name="connsiteY1" fmla="*/ 0 h 6881569"/>
              <a:gd name="connsiteX2" fmla="*/ 2234152 w 2234152"/>
              <a:gd name="connsiteY2" fmla="*/ 6881568 h 6881569"/>
              <a:gd name="connsiteX3" fmla="*/ 0 w 2234152"/>
              <a:gd name="connsiteY3" fmla="*/ 6881569 h 6881569"/>
              <a:gd name="connsiteX4" fmla="*/ 1593130 w 2234152"/>
              <a:gd name="connsiteY4" fmla="*/ 18854 h 6881569"/>
              <a:gd name="connsiteX0" fmla="*/ 1583717 w 2234152"/>
              <a:gd name="connsiteY0" fmla="*/ 9420 h 6881569"/>
              <a:gd name="connsiteX1" fmla="*/ 2234152 w 2234152"/>
              <a:gd name="connsiteY1" fmla="*/ 0 h 6881569"/>
              <a:gd name="connsiteX2" fmla="*/ 2234152 w 2234152"/>
              <a:gd name="connsiteY2" fmla="*/ 6881568 h 6881569"/>
              <a:gd name="connsiteX3" fmla="*/ 0 w 2234152"/>
              <a:gd name="connsiteY3" fmla="*/ 6881569 h 6881569"/>
              <a:gd name="connsiteX4" fmla="*/ 1583717 w 2234152"/>
              <a:gd name="connsiteY4" fmla="*/ 9420 h 6881569"/>
              <a:gd name="connsiteX0" fmla="*/ 1583717 w 2243566"/>
              <a:gd name="connsiteY0" fmla="*/ 0 h 6872149"/>
              <a:gd name="connsiteX1" fmla="*/ 2243566 w 2243566"/>
              <a:gd name="connsiteY1" fmla="*/ 12 h 6872149"/>
              <a:gd name="connsiteX2" fmla="*/ 2234152 w 2243566"/>
              <a:gd name="connsiteY2" fmla="*/ 6872148 h 6872149"/>
              <a:gd name="connsiteX3" fmla="*/ 0 w 2243566"/>
              <a:gd name="connsiteY3" fmla="*/ 6872149 h 6872149"/>
              <a:gd name="connsiteX4" fmla="*/ 1583717 w 2243566"/>
              <a:gd name="connsiteY4" fmla="*/ 0 h 687214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43566" h="6872149">
                <a:moveTo>
                  <a:pt x="1583717" y="0"/>
                </a:moveTo>
                <a:lnTo>
                  <a:pt x="2243566" y="12"/>
                </a:lnTo>
                <a:lnTo>
                  <a:pt x="2234152" y="6872148"/>
                </a:lnTo>
                <a:lnTo>
                  <a:pt x="0" y="6872149"/>
                </a:lnTo>
                <a:lnTo>
                  <a:pt x="1583717" y="0"/>
                </a:lnTo>
                <a:close/>
              </a:path>
            </a:pathLst>
          </a:custGeom>
          <a:solidFill>
            <a:srgbClr val="CFB99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6">
            <a:extLst>
              <a:ext uri="{FF2B5EF4-FFF2-40B4-BE49-F238E27FC236}">
                <a16:creationId xmlns:a16="http://schemas.microsoft.com/office/drawing/2014/main" id="{11870E27-202E-F717-3FB6-D69451DF1391}"/>
              </a:ext>
            </a:extLst>
          </p:cNvPr>
          <p:cNvSpPr>
            <a:spLocks noGrp="1"/>
          </p:cNvSpPr>
          <p:nvPr>
            <p:ph type="title" hasCustomPrompt="1"/>
          </p:nvPr>
        </p:nvSpPr>
        <p:spPr>
          <a:xfrm>
            <a:off x="1023257" y="2005070"/>
            <a:ext cx="7763458" cy="592834"/>
          </a:xfrm>
        </p:spPr>
        <p:txBody>
          <a:bodyPr>
            <a:noAutofit/>
          </a:bodyPr>
          <a:lstStyle>
            <a:lvl1pPr>
              <a:defRPr sz="5400" cap="none">
                <a:solidFill>
                  <a:schemeClr val="bg1"/>
                </a:solidFill>
              </a:defRPr>
            </a:lvl1pPr>
          </a:lstStyle>
          <a:p>
            <a:r>
              <a:rPr lang="en-US" dirty="0"/>
              <a:t>Presentation Title</a:t>
            </a:r>
          </a:p>
        </p:txBody>
      </p:sp>
      <p:sp>
        <p:nvSpPr>
          <p:cNvPr id="9" name="Text Placeholder 8">
            <a:extLst>
              <a:ext uri="{FF2B5EF4-FFF2-40B4-BE49-F238E27FC236}">
                <a16:creationId xmlns:a16="http://schemas.microsoft.com/office/drawing/2014/main" id="{3F3E966E-ACAB-E285-70D0-66AC08DF1386}"/>
              </a:ext>
            </a:extLst>
          </p:cNvPr>
          <p:cNvSpPr>
            <a:spLocks noGrp="1"/>
          </p:cNvSpPr>
          <p:nvPr>
            <p:ph type="body" sz="quarter" idx="10" hasCustomPrompt="1"/>
          </p:nvPr>
        </p:nvSpPr>
        <p:spPr>
          <a:xfrm>
            <a:off x="1023257" y="2629338"/>
            <a:ext cx="7763458" cy="449263"/>
          </a:xfrm>
        </p:spPr>
        <p:txBody>
          <a:bodyPr>
            <a:noAutofit/>
          </a:bodyPr>
          <a:lstStyle>
            <a:lvl1pPr marL="0" indent="0">
              <a:buFontTx/>
              <a:buNone/>
              <a:defRPr sz="2400" b="1" i="0">
                <a:solidFill>
                  <a:schemeClr val="bg2"/>
                </a:solidFill>
                <a:latin typeface="Acumin Pro Semibold" panose="020B0504020202020204" pitchFamily="34" charset="77"/>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Subtitle</a:t>
            </a:r>
          </a:p>
        </p:txBody>
      </p:sp>
      <p:sp>
        <p:nvSpPr>
          <p:cNvPr id="3" name="Text Placeholder 8">
            <a:extLst>
              <a:ext uri="{FF2B5EF4-FFF2-40B4-BE49-F238E27FC236}">
                <a16:creationId xmlns:a16="http://schemas.microsoft.com/office/drawing/2014/main" id="{76FFA1BC-72F9-9048-3E39-D300A3A6A52E}"/>
              </a:ext>
            </a:extLst>
          </p:cNvPr>
          <p:cNvSpPr>
            <a:spLocks noGrp="1"/>
          </p:cNvSpPr>
          <p:nvPr>
            <p:ph type="body" sz="quarter" idx="11" hasCustomPrompt="1"/>
          </p:nvPr>
        </p:nvSpPr>
        <p:spPr>
          <a:xfrm>
            <a:off x="1023257" y="3107129"/>
            <a:ext cx="7763458" cy="449263"/>
          </a:xfrm>
        </p:spPr>
        <p:txBody>
          <a:bodyPr>
            <a:normAutofit/>
          </a:bodyPr>
          <a:lstStyle>
            <a:lvl1pPr marL="0" indent="0">
              <a:buFontTx/>
              <a:buNone/>
              <a:defRPr sz="1600">
                <a:solidFill>
                  <a:schemeClr val="bg2"/>
                </a:solidFill>
                <a:latin typeface="Acumin Pro" panose="020B0504020202020204" pitchFamily="34" charset="77"/>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fld id="{C7124C19-F609-8C4C-8116-78E353E3E672}" type="datetime1">
              <a:rPr lang="en-US" smtClean="0"/>
              <a:t>3/29/23</a:t>
            </a:fld>
            <a:endParaRPr lang="en-US" dirty="0"/>
          </a:p>
        </p:txBody>
      </p:sp>
      <p:pic>
        <p:nvPicPr>
          <p:cNvPr id="12" name="Picture 11">
            <a:extLst>
              <a:ext uri="{FF2B5EF4-FFF2-40B4-BE49-F238E27FC236}">
                <a16:creationId xmlns:a16="http://schemas.microsoft.com/office/drawing/2014/main" id="{93A7607E-0B69-7042-8E26-D319E7C241D8}"/>
              </a:ext>
            </a:extLst>
          </p:cNvPr>
          <p:cNvPicPr>
            <a:picLocks noChangeAspect="1"/>
          </p:cNvPicPr>
          <p:nvPr userDrawn="1"/>
        </p:nvPicPr>
        <p:blipFill>
          <a:blip r:embed="rId3"/>
          <a:stretch>
            <a:fillRect/>
          </a:stretch>
        </p:blipFill>
        <p:spPr>
          <a:xfrm>
            <a:off x="1023984" y="5739523"/>
            <a:ext cx="5061853" cy="535960"/>
          </a:xfrm>
          <a:prstGeom prst="rect">
            <a:avLst/>
          </a:prstGeom>
        </p:spPr>
      </p:pic>
    </p:spTree>
    <p:extLst>
      <p:ext uri="{BB962C8B-B14F-4D97-AF65-F5344CB8AC3E}">
        <p14:creationId xmlns:p14="http://schemas.microsoft.com/office/powerpoint/2010/main" val="421452792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Slide - Gold">
    <p:bg>
      <p:bgPr>
        <a:solidFill>
          <a:schemeClr val="accent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0AAC0BB7-28CB-1045-A186-168990E05D62}"/>
              </a:ext>
            </a:extLst>
          </p:cNvPr>
          <p:cNvPicPr>
            <a:picLocks noChangeAspect="1"/>
          </p:cNvPicPr>
          <p:nvPr userDrawn="1"/>
        </p:nvPicPr>
        <p:blipFill>
          <a:blip r:embed="rId2"/>
          <a:stretch>
            <a:fillRect/>
          </a:stretch>
        </p:blipFill>
        <p:spPr>
          <a:xfrm>
            <a:off x="1023984" y="5739523"/>
            <a:ext cx="5061853" cy="535961"/>
          </a:xfrm>
          <a:prstGeom prst="rect">
            <a:avLst/>
          </a:prstGeom>
        </p:spPr>
      </p:pic>
      <p:pic>
        <p:nvPicPr>
          <p:cNvPr id="2" name="Black Triangle">
            <a:extLst>
              <a:ext uri="{FF2B5EF4-FFF2-40B4-BE49-F238E27FC236}">
                <a16:creationId xmlns:a16="http://schemas.microsoft.com/office/drawing/2014/main" id="{E6FF8326-7C7F-B6EE-5081-7AD19B61BF99}"/>
              </a:ext>
            </a:extLst>
          </p:cNvPr>
          <p:cNvPicPr>
            <a:picLocks noChangeAspect="1"/>
          </p:cNvPicPr>
          <p:nvPr userDrawn="1"/>
        </p:nvPicPr>
        <p:blipFill>
          <a:blip r:embed="rId3"/>
          <a:stretch>
            <a:fillRect/>
          </a:stretch>
        </p:blipFill>
        <p:spPr>
          <a:xfrm>
            <a:off x="9956800" y="0"/>
            <a:ext cx="2235200" cy="6858000"/>
          </a:xfrm>
          <a:prstGeom prst="rect">
            <a:avLst/>
          </a:prstGeom>
          <a:noFill/>
        </p:spPr>
      </p:pic>
      <p:sp>
        <p:nvSpPr>
          <p:cNvPr id="6" name="Title 6">
            <a:extLst>
              <a:ext uri="{FF2B5EF4-FFF2-40B4-BE49-F238E27FC236}">
                <a16:creationId xmlns:a16="http://schemas.microsoft.com/office/drawing/2014/main" id="{B1EEEEC0-D7E4-4DE5-4E3D-FAAD9ABA8990}"/>
              </a:ext>
            </a:extLst>
          </p:cNvPr>
          <p:cNvSpPr>
            <a:spLocks noGrp="1"/>
          </p:cNvSpPr>
          <p:nvPr>
            <p:ph type="title" hasCustomPrompt="1"/>
          </p:nvPr>
        </p:nvSpPr>
        <p:spPr>
          <a:xfrm>
            <a:off x="1023257" y="1812045"/>
            <a:ext cx="7763458" cy="719757"/>
          </a:xfrm>
        </p:spPr>
        <p:txBody>
          <a:bodyPr>
            <a:noAutofit/>
          </a:bodyPr>
          <a:lstStyle>
            <a:lvl1pPr>
              <a:defRPr sz="5400" cap="none">
                <a:solidFill>
                  <a:schemeClr val="tx1"/>
                </a:solidFill>
              </a:defRPr>
            </a:lvl1pPr>
          </a:lstStyle>
          <a:p>
            <a:r>
              <a:rPr lang="en-US" dirty="0"/>
              <a:t>Presentation Title</a:t>
            </a:r>
          </a:p>
        </p:txBody>
      </p:sp>
      <p:sp>
        <p:nvSpPr>
          <p:cNvPr id="9" name="Text Placeholder 8">
            <a:extLst>
              <a:ext uri="{FF2B5EF4-FFF2-40B4-BE49-F238E27FC236}">
                <a16:creationId xmlns:a16="http://schemas.microsoft.com/office/drawing/2014/main" id="{D8EDB9B8-C811-84E9-5F58-0130F3A8050C}"/>
              </a:ext>
            </a:extLst>
          </p:cNvPr>
          <p:cNvSpPr>
            <a:spLocks noGrp="1"/>
          </p:cNvSpPr>
          <p:nvPr>
            <p:ph type="body" sz="quarter" idx="10" hasCustomPrompt="1"/>
          </p:nvPr>
        </p:nvSpPr>
        <p:spPr>
          <a:xfrm>
            <a:off x="1023257" y="2617146"/>
            <a:ext cx="7763458" cy="449263"/>
          </a:xfrm>
        </p:spPr>
        <p:txBody>
          <a:bodyPr>
            <a:noAutofit/>
          </a:bodyPr>
          <a:lstStyle>
            <a:lvl1pPr marL="0" indent="0">
              <a:buFontTx/>
              <a:buNone/>
              <a:defRPr sz="2400" b="1" i="0">
                <a:solidFill>
                  <a:schemeClr val="tx1"/>
                </a:solidFill>
                <a:latin typeface="Acumin Pro Semibold" panose="020B0504020202020204" pitchFamily="34" charset="77"/>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Subtitle</a:t>
            </a:r>
          </a:p>
        </p:txBody>
      </p:sp>
      <p:sp>
        <p:nvSpPr>
          <p:cNvPr id="10" name="Text Placeholder 8">
            <a:extLst>
              <a:ext uri="{FF2B5EF4-FFF2-40B4-BE49-F238E27FC236}">
                <a16:creationId xmlns:a16="http://schemas.microsoft.com/office/drawing/2014/main" id="{24BF34A7-30DF-7BD2-A5A2-434BBF6672CA}"/>
              </a:ext>
            </a:extLst>
          </p:cNvPr>
          <p:cNvSpPr>
            <a:spLocks noGrp="1"/>
          </p:cNvSpPr>
          <p:nvPr>
            <p:ph type="body" sz="quarter" idx="11" hasCustomPrompt="1"/>
          </p:nvPr>
        </p:nvSpPr>
        <p:spPr>
          <a:xfrm>
            <a:off x="1023257" y="3148847"/>
            <a:ext cx="7763458" cy="449263"/>
          </a:xfrm>
        </p:spPr>
        <p:txBody>
          <a:bodyPr>
            <a:normAutofit/>
          </a:bodyPr>
          <a:lstStyle>
            <a:lvl1pPr marL="0" indent="0">
              <a:buFontTx/>
              <a:buNone/>
              <a:defRPr sz="1600">
                <a:solidFill>
                  <a:schemeClr val="tx1"/>
                </a:solidFill>
                <a:latin typeface="Acumin Pro" panose="020B0504020202020204" pitchFamily="34" charset="77"/>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3/31/23</a:t>
            </a:r>
          </a:p>
        </p:txBody>
      </p:sp>
    </p:spTree>
    <p:extLst>
      <p:ext uri="{BB962C8B-B14F-4D97-AF65-F5344CB8AC3E}">
        <p14:creationId xmlns:p14="http://schemas.microsoft.com/office/powerpoint/2010/main" val="569925206"/>
      </p:ext>
    </p:extLst>
  </p:cSld>
  <p:clrMapOvr>
    <a:overrideClrMapping bg1="lt1" tx1="dk1" bg2="lt2" tx2="dk2" accent1="accent1" accent2="accent2" accent3="accent3" accent4="accent4" accent5="accent5" accent6="accent6" hlink="hlink" folHlink="folHlink"/>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Slide with Photo">
    <p:spTree>
      <p:nvGrpSpPr>
        <p:cNvPr id="1" name=""/>
        <p:cNvGrpSpPr/>
        <p:nvPr/>
      </p:nvGrpSpPr>
      <p:grpSpPr>
        <a:xfrm>
          <a:off x="0" y="0"/>
          <a:ext cx="0" cy="0"/>
          <a:chOff x="0" y="0"/>
          <a:chExt cx="0" cy="0"/>
        </a:xfrm>
      </p:grpSpPr>
      <p:sp>
        <p:nvSpPr>
          <p:cNvPr id="5" name="Picture Placeholder 2">
            <a:extLst>
              <a:ext uri="{FF2B5EF4-FFF2-40B4-BE49-F238E27FC236}">
                <a16:creationId xmlns:a16="http://schemas.microsoft.com/office/drawing/2014/main" id="{34176D92-8FAB-782E-E607-5D0C5CC9C2A2}"/>
              </a:ext>
            </a:extLst>
          </p:cNvPr>
          <p:cNvSpPr>
            <a:spLocks noGrp="1"/>
          </p:cNvSpPr>
          <p:nvPr>
            <p:ph type="pic" idx="1"/>
          </p:nvPr>
        </p:nvSpPr>
        <p:spPr>
          <a:xfrm>
            <a:off x="0" y="0"/>
            <a:ext cx="12192000" cy="6858000"/>
          </a:xfrm>
        </p:spPr>
        <p:txBody>
          <a:bodyPr>
            <a:normAutofit/>
          </a:bodyPr>
          <a:lstStyle>
            <a:lvl1pPr marL="0" indent="0">
              <a:buNone/>
              <a:defRPr sz="20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pic>
        <p:nvPicPr>
          <p:cNvPr id="8" name="Picture 7">
            <a:extLst>
              <a:ext uri="{FF2B5EF4-FFF2-40B4-BE49-F238E27FC236}">
                <a16:creationId xmlns:a16="http://schemas.microsoft.com/office/drawing/2014/main" id="{9487CAFF-04F4-A34D-B7B6-EBED6965FEF9}"/>
              </a:ext>
            </a:extLst>
          </p:cNvPr>
          <p:cNvPicPr>
            <a:picLocks noChangeAspect="1"/>
          </p:cNvPicPr>
          <p:nvPr userDrawn="1"/>
        </p:nvPicPr>
        <p:blipFill>
          <a:blip r:embed="rId2"/>
          <a:stretch>
            <a:fillRect/>
          </a:stretch>
        </p:blipFill>
        <p:spPr>
          <a:xfrm>
            <a:off x="437607" y="6218750"/>
            <a:ext cx="3362231" cy="356001"/>
          </a:xfrm>
          <a:prstGeom prst="rect">
            <a:avLst/>
          </a:prstGeom>
        </p:spPr>
      </p:pic>
      <p:sp>
        <p:nvSpPr>
          <p:cNvPr id="2" name="Title 1">
            <a:extLst>
              <a:ext uri="{FF2B5EF4-FFF2-40B4-BE49-F238E27FC236}">
                <a16:creationId xmlns:a16="http://schemas.microsoft.com/office/drawing/2014/main" id="{85FDAFB6-8BB6-ADBB-6574-5B0C25E7BDDF}"/>
              </a:ext>
            </a:extLst>
          </p:cNvPr>
          <p:cNvSpPr>
            <a:spLocks noGrp="1"/>
          </p:cNvSpPr>
          <p:nvPr>
            <p:ph type="title"/>
          </p:nvPr>
        </p:nvSpPr>
        <p:spPr>
          <a:xfrm>
            <a:off x="478972" y="4671391"/>
            <a:ext cx="11266714" cy="1401419"/>
          </a:xfrm>
        </p:spPr>
        <p:txBody>
          <a:bodyPr/>
          <a:lstStyle>
            <a:lvl1pPr algn="ctr">
              <a:defRPr/>
            </a:lvl1pPr>
          </a:lstStyle>
          <a:p>
            <a:r>
              <a:rPr lang="en-US"/>
              <a:t>Click to edit Master title style</a:t>
            </a:r>
            <a:endParaRPr lang="en-US" dirty="0"/>
          </a:p>
        </p:txBody>
      </p:sp>
      <p:sp>
        <p:nvSpPr>
          <p:cNvPr id="6" name="Text Placeholder 8">
            <a:extLst>
              <a:ext uri="{FF2B5EF4-FFF2-40B4-BE49-F238E27FC236}">
                <a16:creationId xmlns:a16="http://schemas.microsoft.com/office/drawing/2014/main" id="{5FF931D0-D7E7-D9E1-3CCC-83299A09228A}"/>
              </a:ext>
            </a:extLst>
          </p:cNvPr>
          <p:cNvSpPr>
            <a:spLocks noGrp="1"/>
          </p:cNvSpPr>
          <p:nvPr>
            <p:ph type="body" sz="quarter" idx="10" hasCustomPrompt="1"/>
          </p:nvPr>
        </p:nvSpPr>
        <p:spPr>
          <a:xfrm>
            <a:off x="478972" y="6085510"/>
            <a:ext cx="11266714" cy="449263"/>
          </a:xfrm>
        </p:spPr>
        <p:txBody>
          <a:bodyPr>
            <a:noAutofit/>
          </a:bodyPr>
          <a:lstStyle>
            <a:lvl1pPr marL="0" indent="0" algn="ctr">
              <a:buFontTx/>
              <a:buNone/>
              <a:defRPr sz="2000" b="0" i="0">
                <a:solidFill>
                  <a:schemeClr val="tx1"/>
                </a:solidFill>
                <a:latin typeface="Acumin Pro Medium" panose="020B0504020202020204" pitchFamily="34" charset="77"/>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Click to edit Subtitle style</a:t>
            </a:r>
          </a:p>
        </p:txBody>
      </p:sp>
    </p:spTree>
    <p:extLst>
      <p:ext uri="{BB962C8B-B14F-4D97-AF65-F5344CB8AC3E}">
        <p14:creationId xmlns:p14="http://schemas.microsoft.com/office/powerpoint/2010/main" val="358661115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Photo">
    <p:bg>
      <p:bgPr>
        <a:solidFill>
          <a:schemeClr val="bg1"/>
        </a:solidFill>
        <a:effectLst/>
      </p:bgPr>
    </p:bg>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DC36684E-7DEE-F47A-FA01-89E8EC8104A0}"/>
              </a:ext>
            </a:extLst>
          </p:cNvPr>
          <p:cNvSpPr>
            <a:spLocks noGrp="1"/>
          </p:cNvSpPr>
          <p:nvPr>
            <p:ph type="pic" sz="quarter" idx="11"/>
          </p:nvPr>
        </p:nvSpPr>
        <p:spPr>
          <a:xfrm>
            <a:off x="0" y="-9525"/>
            <a:ext cx="12192000" cy="6892463"/>
          </a:xfrm>
          <a:ln>
            <a:noFill/>
          </a:ln>
        </p:spPr>
        <p:txBody>
          <a:bodyPr/>
          <a:lstStyle/>
          <a:p>
            <a:r>
              <a:rPr lang="en-US"/>
              <a:t>Click icon to add picture</a:t>
            </a:r>
          </a:p>
        </p:txBody>
      </p:sp>
      <p:sp>
        <p:nvSpPr>
          <p:cNvPr id="2" name="Footer Placeholder 1">
            <a:extLst>
              <a:ext uri="{FF2B5EF4-FFF2-40B4-BE49-F238E27FC236}">
                <a16:creationId xmlns:a16="http://schemas.microsoft.com/office/drawing/2014/main" id="{DCA0E95C-D44C-0BD3-29E1-C39EBAC823AE}"/>
              </a:ext>
            </a:extLst>
          </p:cNvPr>
          <p:cNvSpPr>
            <a:spLocks noGrp="1"/>
          </p:cNvSpPr>
          <p:nvPr>
            <p:ph type="ftr" sz="quarter" idx="12"/>
          </p:nvPr>
        </p:nvSpPr>
        <p:spPr/>
        <p:txBody>
          <a:bodyPr/>
          <a:lstStyle/>
          <a:p>
            <a:pPr algn="r"/>
            <a:r>
              <a:rPr lang="en-US"/>
              <a:t>3/31/23            ‹#›</a:t>
            </a:r>
            <a:endParaRPr lang="en-US" dirty="0"/>
          </a:p>
        </p:txBody>
      </p:sp>
    </p:spTree>
    <p:extLst>
      <p:ext uri="{BB962C8B-B14F-4D97-AF65-F5344CB8AC3E}">
        <p14:creationId xmlns:p14="http://schemas.microsoft.com/office/powerpoint/2010/main" val="26042123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with Copy">
    <p:spTree>
      <p:nvGrpSpPr>
        <p:cNvPr id="1" name=""/>
        <p:cNvGrpSpPr/>
        <p:nvPr/>
      </p:nvGrpSpPr>
      <p:grpSpPr>
        <a:xfrm>
          <a:off x="0" y="0"/>
          <a:ext cx="0" cy="0"/>
          <a:chOff x="0" y="0"/>
          <a:chExt cx="0" cy="0"/>
        </a:xfrm>
      </p:grpSpPr>
      <p:sp>
        <p:nvSpPr>
          <p:cNvPr id="14" name="Text Placeholder 13">
            <a:extLst>
              <a:ext uri="{FF2B5EF4-FFF2-40B4-BE49-F238E27FC236}">
                <a16:creationId xmlns:a16="http://schemas.microsoft.com/office/drawing/2014/main" id="{EEA1DABA-769B-1407-1BFC-75930C1DE70F}"/>
              </a:ext>
            </a:extLst>
          </p:cNvPr>
          <p:cNvSpPr>
            <a:spLocks noGrp="1"/>
          </p:cNvSpPr>
          <p:nvPr>
            <p:ph type="body" sz="quarter" idx="11" hasCustomPrompt="1"/>
          </p:nvPr>
        </p:nvSpPr>
        <p:spPr>
          <a:xfrm>
            <a:off x="457200" y="954291"/>
            <a:ext cx="11277600" cy="365760"/>
          </a:xfrm>
        </p:spPr>
        <p:txBody>
          <a:bodyPr>
            <a:noAutofit/>
          </a:bodyPr>
          <a:lstStyle>
            <a:lvl1pPr marL="0" indent="0" algn="l">
              <a:buNone/>
              <a:defRPr sz="2200" b="1" i="0" baseline="0">
                <a:solidFill>
                  <a:schemeClr val="accent4">
                    <a:lumMod val="65000"/>
                  </a:schemeClr>
                </a:solidFill>
                <a:latin typeface="Acumin Pro Condensed Semibold" panose="020B0506020202020204" pitchFamily="34" charset="77"/>
              </a:defRPr>
            </a:lvl1pPr>
          </a:lstStyle>
          <a:p>
            <a:pPr lvl="0"/>
            <a:r>
              <a:rPr lang="en-US" dirty="0"/>
              <a:t>Click to add subhead</a:t>
            </a:r>
          </a:p>
        </p:txBody>
      </p:sp>
      <p:sp>
        <p:nvSpPr>
          <p:cNvPr id="13" name="Text Placeholder 11">
            <a:extLst>
              <a:ext uri="{FF2B5EF4-FFF2-40B4-BE49-F238E27FC236}">
                <a16:creationId xmlns:a16="http://schemas.microsoft.com/office/drawing/2014/main" id="{6A937CB7-FF71-AF7C-945C-0E285D7B2D54}"/>
              </a:ext>
            </a:extLst>
          </p:cNvPr>
          <p:cNvSpPr>
            <a:spLocks noGrp="1"/>
          </p:cNvSpPr>
          <p:nvPr>
            <p:ph type="body" sz="quarter" idx="10"/>
          </p:nvPr>
        </p:nvSpPr>
        <p:spPr>
          <a:xfrm>
            <a:off x="457199" y="1543324"/>
            <a:ext cx="11266713" cy="4454706"/>
          </a:xfrm>
        </p:spPr>
        <p:txBody>
          <a:bodyPr numCol="1">
            <a:noAutofit/>
          </a:bodyPr>
          <a:lstStyle>
            <a:lvl1pPr marL="0" indent="0" algn="l" fontAlgn="t">
              <a:buFontTx/>
              <a:buNone/>
              <a:defRPr sz="1800" baseline="0">
                <a:latin typeface="Acumin Pro" panose="020B0504020202020204" pitchFamily="34" charset="77"/>
              </a:defRPr>
            </a:lvl1pPr>
            <a:lvl2pPr marL="457200" indent="0" algn="l">
              <a:buFontTx/>
              <a:buNone/>
              <a:defRPr sz="1800"/>
            </a:lvl2pPr>
            <a:lvl3pPr marL="914400" indent="0" algn="l">
              <a:buFontTx/>
              <a:buNone/>
              <a:defRPr sz="1800"/>
            </a:lvl3pPr>
            <a:lvl4pPr marL="1371600" indent="0" algn="l">
              <a:buFontTx/>
              <a:buNone/>
              <a:defRPr sz="1800"/>
            </a:lvl4pPr>
            <a:lvl5pPr marL="1828800" indent="0" algn="l">
              <a:buFontTx/>
              <a:buNone/>
              <a:defRPr sz="1800"/>
            </a:lvl5pPr>
          </a:lstStyle>
          <a:p>
            <a:pPr lvl="0"/>
            <a:r>
              <a:rPr lang="en-US"/>
              <a:t>Click to edit Master text styles</a:t>
            </a:r>
          </a:p>
        </p:txBody>
      </p:sp>
      <p:sp>
        <p:nvSpPr>
          <p:cNvPr id="7" name="Title 6">
            <a:extLst>
              <a:ext uri="{FF2B5EF4-FFF2-40B4-BE49-F238E27FC236}">
                <a16:creationId xmlns:a16="http://schemas.microsoft.com/office/drawing/2014/main" id="{99AF8687-CA4E-66EB-17A8-BE41F3023085}"/>
              </a:ext>
            </a:extLst>
          </p:cNvPr>
          <p:cNvSpPr>
            <a:spLocks noGrp="1"/>
          </p:cNvSpPr>
          <p:nvPr>
            <p:ph type="title"/>
          </p:nvPr>
        </p:nvSpPr>
        <p:spPr/>
        <p:txBody>
          <a:bodyPr/>
          <a:lstStyle/>
          <a:p>
            <a:r>
              <a:rPr lang="en-US"/>
              <a:t>Click to edit Master title style</a:t>
            </a:r>
            <a:endParaRPr lang="en-US" dirty="0"/>
          </a:p>
        </p:txBody>
      </p:sp>
      <p:sp>
        <p:nvSpPr>
          <p:cNvPr id="2" name="Footer Placeholder 1">
            <a:extLst>
              <a:ext uri="{FF2B5EF4-FFF2-40B4-BE49-F238E27FC236}">
                <a16:creationId xmlns:a16="http://schemas.microsoft.com/office/drawing/2014/main" id="{531718D0-66F2-E88D-01BB-CD3AF9F1A376}"/>
              </a:ext>
            </a:extLst>
          </p:cNvPr>
          <p:cNvSpPr>
            <a:spLocks noGrp="1"/>
          </p:cNvSpPr>
          <p:nvPr>
            <p:ph type="ftr" sz="quarter" idx="12"/>
          </p:nvPr>
        </p:nvSpPr>
        <p:spPr/>
        <p:txBody>
          <a:bodyPr/>
          <a:lstStyle/>
          <a:p>
            <a:pPr algn="r"/>
            <a:r>
              <a:rPr lang="en-US"/>
              <a:t>3/31/23            ‹#›</a:t>
            </a:r>
            <a:endParaRPr lang="en-US" dirty="0"/>
          </a:p>
        </p:txBody>
      </p:sp>
      <p:pic>
        <p:nvPicPr>
          <p:cNvPr id="16" name="Picture 15">
            <a:extLst>
              <a:ext uri="{FF2B5EF4-FFF2-40B4-BE49-F238E27FC236}">
                <a16:creationId xmlns:a16="http://schemas.microsoft.com/office/drawing/2014/main" id="{A83C2160-68B6-4542-95EE-4143CADD6CC6}"/>
              </a:ext>
            </a:extLst>
          </p:cNvPr>
          <p:cNvPicPr>
            <a:picLocks noChangeAspect="1"/>
          </p:cNvPicPr>
          <p:nvPr userDrawn="1"/>
        </p:nvPicPr>
        <p:blipFill>
          <a:blip r:embed="rId2"/>
          <a:stretch>
            <a:fillRect/>
          </a:stretch>
        </p:blipFill>
        <p:spPr>
          <a:xfrm>
            <a:off x="437607" y="6218750"/>
            <a:ext cx="3362231" cy="356001"/>
          </a:xfrm>
          <a:prstGeom prst="rect">
            <a:avLst/>
          </a:prstGeom>
        </p:spPr>
      </p:pic>
    </p:spTree>
    <p:extLst>
      <p:ext uri="{BB962C8B-B14F-4D97-AF65-F5344CB8AC3E}">
        <p14:creationId xmlns:p14="http://schemas.microsoft.com/office/powerpoint/2010/main" val="3628432518"/>
      </p:ext>
    </p:extLst>
  </p:cSld>
  <p:clrMapOvr>
    <a:masterClrMapping/>
  </p:clrMapOvr>
  <p:extLst>
    <p:ext uri="{DCECCB84-F9BA-43D5-87BE-67443E8EF086}">
      <p15:sldGuideLst xmlns:p15="http://schemas.microsoft.com/office/powerpoint/2012/main"/>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with Copy - 2 Column">
    <p:spTree>
      <p:nvGrpSpPr>
        <p:cNvPr id="1" name=""/>
        <p:cNvGrpSpPr/>
        <p:nvPr/>
      </p:nvGrpSpPr>
      <p:grpSpPr>
        <a:xfrm>
          <a:off x="0" y="0"/>
          <a:ext cx="0" cy="0"/>
          <a:chOff x="0" y="0"/>
          <a:chExt cx="0" cy="0"/>
        </a:xfrm>
      </p:grpSpPr>
      <p:sp>
        <p:nvSpPr>
          <p:cNvPr id="14" name="Text Placeholder 13">
            <a:extLst>
              <a:ext uri="{FF2B5EF4-FFF2-40B4-BE49-F238E27FC236}">
                <a16:creationId xmlns:a16="http://schemas.microsoft.com/office/drawing/2014/main" id="{EEA1DABA-769B-1407-1BFC-75930C1DE70F}"/>
              </a:ext>
            </a:extLst>
          </p:cNvPr>
          <p:cNvSpPr>
            <a:spLocks noGrp="1"/>
          </p:cNvSpPr>
          <p:nvPr>
            <p:ph type="body" sz="quarter" idx="11" hasCustomPrompt="1"/>
          </p:nvPr>
        </p:nvSpPr>
        <p:spPr>
          <a:xfrm>
            <a:off x="457200" y="954291"/>
            <a:ext cx="11277600" cy="365760"/>
          </a:xfrm>
        </p:spPr>
        <p:txBody>
          <a:bodyPr>
            <a:noAutofit/>
          </a:bodyPr>
          <a:lstStyle>
            <a:lvl1pPr marL="0" indent="0" algn="l">
              <a:buNone/>
              <a:defRPr sz="2200" b="1" i="0" baseline="0">
                <a:solidFill>
                  <a:schemeClr val="accent4">
                    <a:lumMod val="65000"/>
                  </a:schemeClr>
                </a:solidFill>
                <a:latin typeface="Acumin Pro Condensed Semibold" panose="020B0506020202020204" pitchFamily="34" charset="77"/>
              </a:defRPr>
            </a:lvl1pPr>
          </a:lstStyle>
          <a:p>
            <a:pPr lvl="0"/>
            <a:r>
              <a:rPr lang="en-US" dirty="0"/>
              <a:t>Click to add subhead</a:t>
            </a:r>
          </a:p>
        </p:txBody>
      </p:sp>
      <p:sp>
        <p:nvSpPr>
          <p:cNvPr id="13" name="Text Placeholder 11">
            <a:extLst>
              <a:ext uri="{FF2B5EF4-FFF2-40B4-BE49-F238E27FC236}">
                <a16:creationId xmlns:a16="http://schemas.microsoft.com/office/drawing/2014/main" id="{6A937CB7-FF71-AF7C-945C-0E285D7B2D54}"/>
              </a:ext>
            </a:extLst>
          </p:cNvPr>
          <p:cNvSpPr>
            <a:spLocks noGrp="1"/>
          </p:cNvSpPr>
          <p:nvPr>
            <p:ph type="body" sz="quarter" idx="10"/>
          </p:nvPr>
        </p:nvSpPr>
        <p:spPr>
          <a:xfrm>
            <a:off x="457199" y="1543324"/>
            <a:ext cx="11266713" cy="4454706"/>
          </a:xfrm>
        </p:spPr>
        <p:txBody>
          <a:bodyPr numCol="2">
            <a:noAutofit/>
          </a:bodyPr>
          <a:lstStyle>
            <a:lvl1pPr marL="0" indent="0" algn="l" fontAlgn="t">
              <a:buFontTx/>
              <a:buNone/>
              <a:defRPr sz="1800" baseline="0">
                <a:latin typeface="Acumin Pro" panose="020B0504020202020204" pitchFamily="34" charset="77"/>
              </a:defRPr>
            </a:lvl1pPr>
            <a:lvl2pPr marL="457200" indent="0" algn="l">
              <a:buFontTx/>
              <a:buNone/>
              <a:defRPr sz="1800"/>
            </a:lvl2pPr>
            <a:lvl3pPr marL="914400" indent="0" algn="l">
              <a:buFontTx/>
              <a:buNone/>
              <a:defRPr sz="1800"/>
            </a:lvl3pPr>
            <a:lvl4pPr marL="1371600" indent="0" algn="l">
              <a:buFontTx/>
              <a:buNone/>
              <a:defRPr sz="1800"/>
            </a:lvl4pPr>
            <a:lvl5pPr marL="1828800" indent="0" algn="l">
              <a:buFontTx/>
              <a:buNone/>
              <a:defRPr sz="1800"/>
            </a:lvl5pPr>
          </a:lstStyle>
          <a:p>
            <a:pPr lvl="0"/>
            <a:r>
              <a:rPr lang="en-US"/>
              <a:t>Click to edit Master text styles</a:t>
            </a:r>
          </a:p>
        </p:txBody>
      </p:sp>
      <p:sp>
        <p:nvSpPr>
          <p:cNvPr id="7" name="Title 6">
            <a:extLst>
              <a:ext uri="{FF2B5EF4-FFF2-40B4-BE49-F238E27FC236}">
                <a16:creationId xmlns:a16="http://schemas.microsoft.com/office/drawing/2014/main" id="{99AF8687-CA4E-66EB-17A8-BE41F3023085}"/>
              </a:ext>
            </a:extLst>
          </p:cNvPr>
          <p:cNvSpPr>
            <a:spLocks noGrp="1"/>
          </p:cNvSpPr>
          <p:nvPr>
            <p:ph type="title"/>
          </p:nvPr>
        </p:nvSpPr>
        <p:spPr/>
        <p:txBody>
          <a:bodyPr/>
          <a:lstStyle/>
          <a:p>
            <a:r>
              <a:rPr lang="en-US"/>
              <a:t>Click to edit Master title style</a:t>
            </a:r>
          </a:p>
        </p:txBody>
      </p:sp>
      <p:sp>
        <p:nvSpPr>
          <p:cNvPr id="2" name="Footer Placeholder 1">
            <a:extLst>
              <a:ext uri="{FF2B5EF4-FFF2-40B4-BE49-F238E27FC236}">
                <a16:creationId xmlns:a16="http://schemas.microsoft.com/office/drawing/2014/main" id="{531718D0-66F2-E88D-01BB-CD3AF9F1A376}"/>
              </a:ext>
            </a:extLst>
          </p:cNvPr>
          <p:cNvSpPr>
            <a:spLocks noGrp="1"/>
          </p:cNvSpPr>
          <p:nvPr>
            <p:ph type="ftr" sz="quarter" idx="12"/>
          </p:nvPr>
        </p:nvSpPr>
        <p:spPr/>
        <p:txBody>
          <a:bodyPr/>
          <a:lstStyle/>
          <a:p>
            <a:pPr algn="r"/>
            <a:r>
              <a:rPr lang="en-US"/>
              <a:t>3/31/23            ‹#›</a:t>
            </a:r>
            <a:endParaRPr lang="en-US" dirty="0"/>
          </a:p>
        </p:txBody>
      </p:sp>
      <p:pic>
        <p:nvPicPr>
          <p:cNvPr id="16" name="Picture 15">
            <a:extLst>
              <a:ext uri="{FF2B5EF4-FFF2-40B4-BE49-F238E27FC236}">
                <a16:creationId xmlns:a16="http://schemas.microsoft.com/office/drawing/2014/main" id="{BB039E9B-3EFB-F449-9961-56969CFEC21C}"/>
              </a:ext>
            </a:extLst>
          </p:cNvPr>
          <p:cNvPicPr>
            <a:picLocks noChangeAspect="1"/>
          </p:cNvPicPr>
          <p:nvPr userDrawn="1"/>
        </p:nvPicPr>
        <p:blipFill>
          <a:blip r:embed="rId2"/>
          <a:stretch>
            <a:fillRect/>
          </a:stretch>
        </p:blipFill>
        <p:spPr>
          <a:xfrm>
            <a:off x="437607" y="6218750"/>
            <a:ext cx="3362231" cy="356001"/>
          </a:xfrm>
          <a:prstGeom prst="rect">
            <a:avLst/>
          </a:prstGeom>
        </p:spPr>
      </p:pic>
    </p:spTree>
    <p:extLst>
      <p:ext uri="{BB962C8B-B14F-4D97-AF65-F5344CB8AC3E}">
        <p14:creationId xmlns:p14="http://schemas.microsoft.com/office/powerpoint/2010/main" val="1131998448"/>
      </p:ext>
    </p:extLst>
  </p:cSld>
  <p:clrMapOvr>
    <a:masterClrMapping/>
  </p:clrMapOvr>
  <p:extLst>
    <p:ext uri="{DCECCB84-F9BA-43D5-87BE-67443E8EF086}">
      <p15:sldGuideLst xmlns:p15="http://schemas.microsoft.com/office/powerpoint/2012/main"/>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with Content">
    <p:spTree>
      <p:nvGrpSpPr>
        <p:cNvPr id="1" name=""/>
        <p:cNvGrpSpPr/>
        <p:nvPr/>
      </p:nvGrpSpPr>
      <p:grpSpPr>
        <a:xfrm>
          <a:off x="0" y="0"/>
          <a:ext cx="0" cy="0"/>
          <a:chOff x="0" y="0"/>
          <a:chExt cx="0" cy="0"/>
        </a:xfrm>
      </p:grpSpPr>
      <p:sp>
        <p:nvSpPr>
          <p:cNvPr id="2" name="Content Placeholder 2">
            <a:extLst>
              <a:ext uri="{FF2B5EF4-FFF2-40B4-BE49-F238E27FC236}">
                <a16:creationId xmlns:a16="http://schemas.microsoft.com/office/drawing/2014/main" id="{6628D381-488B-4C1C-32F0-1D389C1FF7E3}"/>
              </a:ext>
            </a:extLst>
          </p:cNvPr>
          <p:cNvSpPr>
            <a:spLocks noGrp="1"/>
          </p:cNvSpPr>
          <p:nvPr>
            <p:ph idx="14"/>
          </p:nvPr>
        </p:nvSpPr>
        <p:spPr>
          <a:xfrm>
            <a:off x="468086" y="1543324"/>
            <a:ext cx="11266714" cy="4454706"/>
          </a:xfrm>
        </p:spPr>
        <p:txBody>
          <a:bodyPr>
            <a:normAutofit/>
          </a:bodyPr>
          <a:lstStyle>
            <a:lvl1pPr>
              <a:defRPr sz="2000"/>
            </a:lvl1pPr>
            <a:lvl2pPr>
              <a:defRPr sz="1800"/>
            </a:lvl2pPr>
            <a:lvl3pPr>
              <a:defRPr sz="1800"/>
            </a:lvl3pPr>
            <a:lvl4pPr>
              <a:defRPr sz="1500"/>
            </a:lvl4pPr>
            <a:lvl5pPr>
              <a:defRPr sz="14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3">
            <a:extLst>
              <a:ext uri="{FF2B5EF4-FFF2-40B4-BE49-F238E27FC236}">
                <a16:creationId xmlns:a16="http://schemas.microsoft.com/office/drawing/2014/main" id="{15EE0A7E-143D-2A83-397F-55801DA0663E}"/>
              </a:ext>
            </a:extLst>
          </p:cNvPr>
          <p:cNvSpPr>
            <a:spLocks noGrp="1"/>
          </p:cNvSpPr>
          <p:nvPr>
            <p:ph type="title"/>
          </p:nvPr>
        </p:nvSpPr>
        <p:spPr/>
        <p:txBody>
          <a:bodyPr/>
          <a:lstStyle/>
          <a:p>
            <a:r>
              <a:rPr lang="en-US"/>
              <a:t>Click to edit Master title style</a:t>
            </a:r>
            <a:endParaRPr lang="en-US" dirty="0"/>
          </a:p>
        </p:txBody>
      </p:sp>
      <p:sp>
        <p:nvSpPr>
          <p:cNvPr id="5" name="Text Placeholder 13">
            <a:extLst>
              <a:ext uri="{FF2B5EF4-FFF2-40B4-BE49-F238E27FC236}">
                <a16:creationId xmlns:a16="http://schemas.microsoft.com/office/drawing/2014/main" id="{65EE62C3-A7DA-7701-DE4B-C1A290C4FAE3}"/>
              </a:ext>
            </a:extLst>
          </p:cNvPr>
          <p:cNvSpPr>
            <a:spLocks noGrp="1"/>
          </p:cNvSpPr>
          <p:nvPr>
            <p:ph type="body" sz="quarter" idx="11" hasCustomPrompt="1"/>
          </p:nvPr>
        </p:nvSpPr>
        <p:spPr>
          <a:xfrm>
            <a:off x="457200" y="954291"/>
            <a:ext cx="11277600" cy="365760"/>
          </a:xfrm>
        </p:spPr>
        <p:txBody>
          <a:bodyPr>
            <a:noAutofit/>
          </a:bodyPr>
          <a:lstStyle>
            <a:lvl1pPr marL="0" indent="0" algn="l">
              <a:buNone/>
              <a:defRPr sz="2200" b="1" i="0" baseline="0">
                <a:solidFill>
                  <a:schemeClr val="accent4">
                    <a:lumMod val="65000"/>
                  </a:schemeClr>
                </a:solidFill>
                <a:latin typeface="Acumin Pro Condensed Semibold" panose="020B0506020202020204" pitchFamily="34" charset="77"/>
              </a:defRPr>
            </a:lvl1pPr>
          </a:lstStyle>
          <a:p>
            <a:pPr lvl="0"/>
            <a:r>
              <a:rPr lang="en-US" dirty="0"/>
              <a:t>Click to add subhead</a:t>
            </a:r>
          </a:p>
        </p:txBody>
      </p:sp>
      <p:sp>
        <p:nvSpPr>
          <p:cNvPr id="6" name="Footer Placeholder 5">
            <a:extLst>
              <a:ext uri="{FF2B5EF4-FFF2-40B4-BE49-F238E27FC236}">
                <a16:creationId xmlns:a16="http://schemas.microsoft.com/office/drawing/2014/main" id="{0BF54FE2-5844-7885-7089-16924C393EB6}"/>
              </a:ext>
            </a:extLst>
          </p:cNvPr>
          <p:cNvSpPr>
            <a:spLocks noGrp="1"/>
          </p:cNvSpPr>
          <p:nvPr>
            <p:ph type="ftr" sz="quarter" idx="15"/>
          </p:nvPr>
        </p:nvSpPr>
        <p:spPr/>
        <p:txBody>
          <a:bodyPr/>
          <a:lstStyle/>
          <a:p>
            <a:pPr algn="r"/>
            <a:r>
              <a:rPr lang="en-US"/>
              <a:t>3/31/23            ‹#›</a:t>
            </a:r>
            <a:endParaRPr lang="en-US" dirty="0"/>
          </a:p>
        </p:txBody>
      </p:sp>
      <p:pic>
        <p:nvPicPr>
          <p:cNvPr id="13" name="Picture 12">
            <a:extLst>
              <a:ext uri="{FF2B5EF4-FFF2-40B4-BE49-F238E27FC236}">
                <a16:creationId xmlns:a16="http://schemas.microsoft.com/office/drawing/2014/main" id="{4D93FA26-12F4-CD44-AD60-93B33EC54B49}"/>
              </a:ext>
            </a:extLst>
          </p:cNvPr>
          <p:cNvPicPr>
            <a:picLocks noChangeAspect="1"/>
          </p:cNvPicPr>
          <p:nvPr userDrawn="1"/>
        </p:nvPicPr>
        <p:blipFill>
          <a:blip r:embed="rId2"/>
          <a:stretch>
            <a:fillRect/>
          </a:stretch>
        </p:blipFill>
        <p:spPr>
          <a:xfrm>
            <a:off x="437607" y="6218750"/>
            <a:ext cx="3362231" cy="356001"/>
          </a:xfrm>
          <a:prstGeom prst="rect">
            <a:avLst/>
          </a:prstGeom>
        </p:spPr>
      </p:pic>
    </p:spTree>
    <p:extLst>
      <p:ext uri="{BB962C8B-B14F-4D97-AF65-F5344CB8AC3E}">
        <p14:creationId xmlns:p14="http://schemas.microsoft.com/office/powerpoint/2010/main" val="1626903686"/>
      </p:ext>
    </p:extLst>
  </p:cSld>
  <p:clrMapOvr>
    <a:masterClrMapping/>
  </p:clrMapOvr>
  <p:extLst>
    <p:ext uri="{DCECCB84-F9BA-43D5-87BE-67443E8EF086}">
      <p15:sldGuideLst xmlns:p15="http://schemas.microsoft.com/office/powerpoint/2012/main"/>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with Content - 2 Colum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C9742D-9D8E-3928-8B2A-C7202DA729E8}"/>
              </a:ext>
            </a:extLst>
          </p:cNvPr>
          <p:cNvSpPr>
            <a:spLocks noGrp="1"/>
          </p:cNvSpPr>
          <p:nvPr>
            <p:ph type="title"/>
          </p:nvPr>
        </p:nvSpPr>
        <p:spPr/>
        <p:txBody>
          <a:bodyPr/>
          <a:lstStyle/>
          <a:p>
            <a:r>
              <a:rPr lang="en-US"/>
              <a:t>Click to edit Master title style</a:t>
            </a:r>
            <a:endParaRPr lang="en-US" dirty="0"/>
          </a:p>
        </p:txBody>
      </p:sp>
      <p:sp>
        <p:nvSpPr>
          <p:cNvPr id="8" name="Content Placeholder 2">
            <a:extLst>
              <a:ext uri="{FF2B5EF4-FFF2-40B4-BE49-F238E27FC236}">
                <a16:creationId xmlns:a16="http://schemas.microsoft.com/office/drawing/2014/main" id="{2D59E3ED-7921-E7F3-A0A2-0467597EF7ED}"/>
              </a:ext>
            </a:extLst>
          </p:cNvPr>
          <p:cNvSpPr>
            <a:spLocks noGrp="1"/>
          </p:cNvSpPr>
          <p:nvPr>
            <p:ph idx="12"/>
          </p:nvPr>
        </p:nvSpPr>
        <p:spPr>
          <a:xfrm>
            <a:off x="468086" y="1543324"/>
            <a:ext cx="5413169" cy="4390338"/>
          </a:xfrm>
        </p:spPr>
        <p:txBody>
          <a:bodyPr>
            <a:normAutofit/>
          </a:bodyPr>
          <a:lstStyle>
            <a:lvl1pPr>
              <a:defRPr sz="2000"/>
            </a:lvl1pPr>
            <a:lvl2pPr>
              <a:defRPr sz="1800"/>
            </a:lvl2pPr>
            <a:lvl3pPr>
              <a:defRPr sz="1800"/>
            </a:lvl3pPr>
            <a:lvl4pPr>
              <a:defRPr sz="1500"/>
            </a:lvl4pPr>
            <a:lvl5pPr>
              <a:defRPr sz="14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Content Placeholder 2">
            <a:extLst>
              <a:ext uri="{FF2B5EF4-FFF2-40B4-BE49-F238E27FC236}">
                <a16:creationId xmlns:a16="http://schemas.microsoft.com/office/drawing/2014/main" id="{8F449F3F-4187-E891-E28D-ABAA40118134}"/>
              </a:ext>
            </a:extLst>
          </p:cNvPr>
          <p:cNvSpPr>
            <a:spLocks noGrp="1"/>
          </p:cNvSpPr>
          <p:nvPr>
            <p:ph idx="13"/>
          </p:nvPr>
        </p:nvSpPr>
        <p:spPr>
          <a:xfrm>
            <a:off x="6309157" y="1543324"/>
            <a:ext cx="5425643" cy="4390338"/>
          </a:xfrm>
        </p:spPr>
        <p:txBody>
          <a:bodyPr>
            <a:normAutofit/>
          </a:bodyPr>
          <a:lstStyle>
            <a:lvl1pPr>
              <a:defRPr sz="2000"/>
            </a:lvl1pPr>
            <a:lvl2pPr>
              <a:defRPr sz="1800"/>
            </a:lvl2pPr>
            <a:lvl3pPr>
              <a:defRPr sz="1800"/>
            </a:lvl3pPr>
            <a:lvl4pPr>
              <a:defRPr sz="1500"/>
            </a:lvl4pPr>
            <a:lvl5pPr>
              <a:defRPr sz="14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13">
            <a:extLst>
              <a:ext uri="{FF2B5EF4-FFF2-40B4-BE49-F238E27FC236}">
                <a16:creationId xmlns:a16="http://schemas.microsoft.com/office/drawing/2014/main" id="{5FC4CE19-DA95-2729-993D-BB0D45B6B56B}"/>
              </a:ext>
            </a:extLst>
          </p:cNvPr>
          <p:cNvSpPr>
            <a:spLocks noGrp="1"/>
          </p:cNvSpPr>
          <p:nvPr>
            <p:ph type="body" sz="quarter" idx="11" hasCustomPrompt="1"/>
          </p:nvPr>
        </p:nvSpPr>
        <p:spPr>
          <a:xfrm>
            <a:off x="457200" y="954291"/>
            <a:ext cx="11277600" cy="365760"/>
          </a:xfrm>
        </p:spPr>
        <p:txBody>
          <a:bodyPr>
            <a:noAutofit/>
          </a:bodyPr>
          <a:lstStyle>
            <a:lvl1pPr marL="0" indent="0" algn="l">
              <a:buNone/>
              <a:defRPr sz="2200" b="1" i="0" baseline="0">
                <a:solidFill>
                  <a:schemeClr val="accent4">
                    <a:lumMod val="65000"/>
                  </a:schemeClr>
                </a:solidFill>
                <a:latin typeface="Acumin Pro Condensed Semibold" panose="020B0506020202020204" pitchFamily="34" charset="77"/>
              </a:defRPr>
            </a:lvl1pPr>
          </a:lstStyle>
          <a:p>
            <a:pPr lvl="0"/>
            <a:r>
              <a:rPr lang="en-US" dirty="0"/>
              <a:t>Click to add subhead</a:t>
            </a:r>
          </a:p>
        </p:txBody>
      </p:sp>
      <p:sp>
        <p:nvSpPr>
          <p:cNvPr id="3" name="Footer Placeholder 2">
            <a:extLst>
              <a:ext uri="{FF2B5EF4-FFF2-40B4-BE49-F238E27FC236}">
                <a16:creationId xmlns:a16="http://schemas.microsoft.com/office/drawing/2014/main" id="{73E23E79-165A-C0A0-34F4-D4CD4FAC54E2}"/>
              </a:ext>
            </a:extLst>
          </p:cNvPr>
          <p:cNvSpPr>
            <a:spLocks noGrp="1"/>
          </p:cNvSpPr>
          <p:nvPr>
            <p:ph type="ftr" sz="quarter" idx="14"/>
          </p:nvPr>
        </p:nvSpPr>
        <p:spPr/>
        <p:txBody>
          <a:bodyPr/>
          <a:lstStyle/>
          <a:p>
            <a:pPr algn="r"/>
            <a:r>
              <a:rPr lang="en-US"/>
              <a:t>3/31/23            ‹#›</a:t>
            </a:r>
            <a:endParaRPr lang="en-US" dirty="0"/>
          </a:p>
        </p:txBody>
      </p:sp>
      <p:pic>
        <p:nvPicPr>
          <p:cNvPr id="17" name="Picture 16">
            <a:extLst>
              <a:ext uri="{FF2B5EF4-FFF2-40B4-BE49-F238E27FC236}">
                <a16:creationId xmlns:a16="http://schemas.microsoft.com/office/drawing/2014/main" id="{B6F62120-BC29-7B42-90EF-6CE1820E648C}"/>
              </a:ext>
            </a:extLst>
          </p:cNvPr>
          <p:cNvPicPr>
            <a:picLocks noChangeAspect="1"/>
          </p:cNvPicPr>
          <p:nvPr userDrawn="1"/>
        </p:nvPicPr>
        <p:blipFill>
          <a:blip r:embed="rId2"/>
          <a:stretch>
            <a:fillRect/>
          </a:stretch>
        </p:blipFill>
        <p:spPr>
          <a:xfrm>
            <a:off x="437607" y="6218750"/>
            <a:ext cx="3362231" cy="356001"/>
          </a:xfrm>
          <a:prstGeom prst="rect">
            <a:avLst/>
          </a:prstGeom>
        </p:spPr>
      </p:pic>
    </p:spTree>
    <p:extLst>
      <p:ext uri="{BB962C8B-B14F-4D97-AF65-F5344CB8AC3E}">
        <p14:creationId xmlns:p14="http://schemas.microsoft.com/office/powerpoint/2010/main" val="363996346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with Content - 3 Colum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C9742D-9D8E-3928-8B2A-C7202DA729E8}"/>
              </a:ext>
            </a:extLst>
          </p:cNvPr>
          <p:cNvSpPr>
            <a:spLocks noGrp="1"/>
          </p:cNvSpPr>
          <p:nvPr>
            <p:ph type="title"/>
          </p:nvPr>
        </p:nvSpPr>
        <p:spPr/>
        <p:txBody>
          <a:bodyPr/>
          <a:lstStyle/>
          <a:p>
            <a:r>
              <a:rPr lang="en-US"/>
              <a:t>Click to edit Master title style</a:t>
            </a:r>
            <a:endParaRPr lang="en-US" dirty="0"/>
          </a:p>
        </p:txBody>
      </p:sp>
      <p:sp>
        <p:nvSpPr>
          <p:cNvPr id="8" name="Content Placeholder 2">
            <a:extLst>
              <a:ext uri="{FF2B5EF4-FFF2-40B4-BE49-F238E27FC236}">
                <a16:creationId xmlns:a16="http://schemas.microsoft.com/office/drawing/2014/main" id="{2D59E3ED-7921-E7F3-A0A2-0467597EF7ED}"/>
              </a:ext>
            </a:extLst>
          </p:cNvPr>
          <p:cNvSpPr>
            <a:spLocks noGrp="1"/>
          </p:cNvSpPr>
          <p:nvPr>
            <p:ph idx="12"/>
          </p:nvPr>
        </p:nvSpPr>
        <p:spPr>
          <a:xfrm>
            <a:off x="468087" y="1543324"/>
            <a:ext cx="3507565" cy="4390338"/>
          </a:xfrm>
        </p:spPr>
        <p:txBody>
          <a:bodyPr>
            <a:normAutofit/>
          </a:bodyPr>
          <a:lstStyle>
            <a:lvl1pPr>
              <a:defRPr sz="2000"/>
            </a:lvl1pPr>
            <a:lvl2pPr>
              <a:defRPr sz="1800"/>
            </a:lvl2pPr>
            <a:lvl3pPr>
              <a:defRPr sz="1800"/>
            </a:lvl3pPr>
            <a:lvl4pPr>
              <a:defRPr sz="1500"/>
            </a:lvl4pPr>
            <a:lvl5pPr>
              <a:defRPr sz="14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Content Placeholder 2">
            <a:extLst>
              <a:ext uri="{FF2B5EF4-FFF2-40B4-BE49-F238E27FC236}">
                <a16:creationId xmlns:a16="http://schemas.microsoft.com/office/drawing/2014/main" id="{66D77F14-E88B-D0A5-6F63-E4DA45A7CD6B}"/>
              </a:ext>
            </a:extLst>
          </p:cNvPr>
          <p:cNvSpPr>
            <a:spLocks noGrp="1"/>
          </p:cNvSpPr>
          <p:nvPr>
            <p:ph idx="17"/>
          </p:nvPr>
        </p:nvSpPr>
        <p:spPr>
          <a:xfrm>
            <a:off x="4342217" y="1543323"/>
            <a:ext cx="3507565" cy="4390337"/>
          </a:xfrm>
        </p:spPr>
        <p:txBody>
          <a:bodyPr>
            <a:normAutofit/>
          </a:bodyPr>
          <a:lstStyle>
            <a:lvl1pPr>
              <a:defRPr sz="2000"/>
            </a:lvl1pPr>
            <a:lvl2pPr>
              <a:defRPr sz="1800"/>
            </a:lvl2pPr>
            <a:lvl3pPr>
              <a:defRPr sz="1800"/>
            </a:lvl3pPr>
            <a:lvl4pPr>
              <a:defRPr sz="1500"/>
            </a:lvl4pPr>
            <a:lvl5pPr>
              <a:defRPr sz="14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2">
            <a:extLst>
              <a:ext uri="{FF2B5EF4-FFF2-40B4-BE49-F238E27FC236}">
                <a16:creationId xmlns:a16="http://schemas.microsoft.com/office/drawing/2014/main" id="{5A95E987-1BAB-5DE6-3A52-75935C62985E}"/>
              </a:ext>
            </a:extLst>
          </p:cNvPr>
          <p:cNvSpPr>
            <a:spLocks noGrp="1"/>
          </p:cNvSpPr>
          <p:nvPr>
            <p:ph idx="18"/>
          </p:nvPr>
        </p:nvSpPr>
        <p:spPr>
          <a:xfrm>
            <a:off x="8243137" y="1543322"/>
            <a:ext cx="3507565" cy="4390337"/>
          </a:xfrm>
        </p:spPr>
        <p:txBody>
          <a:bodyPr>
            <a:normAutofit/>
          </a:bodyPr>
          <a:lstStyle>
            <a:lvl1pPr>
              <a:defRPr sz="2000"/>
            </a:lvl1pPr>
            <a:lvl2pPr>
              <a:defRPr sz="1800"/>
            </a:lvl2pPr>
            <a:lvl3pPr>
              <a:defRPr sz="1800"/>
            </a:lvl3pPr>
            <a:lvl4pPr>
              <a:defRPr sz="1500"/>
            </a:lvl4pPr>
            <a:lvl5pPr>
              <a:defRPr sz="14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13">
            <a:extLst>
              <a:ext uri="{FF2B5EF4-FFF2-40B4-BE49-F238E27FC236}">
                <a16:creationId xmlns:a16="http://schemas.microsoft.com/office/drawing/2014/main" id="{5CA31FF2-2F1A-7D0F-36B0-1773F6A9AB34}"/>
              </a:ext>
            </a:extLst>
          </p:cNvPr>
          <p:cNvSpPr>
            <a:spLocks noGrp="1"/>
          </p:cNvSpPr>
          <p:nvPr>
            <p:ph type="body" sz="quarter" idx="11" hasCustomPrompt="1"/>
          </p:nvPr>
        </p:nvSpPr>
        <p:spPr>
          <a:xfrm>
            <a:off x="457200" y="954291"/>
            <a:ext cx="11277600" cy="365760"/>
          </a:xfrm>
        </p:spPr>
        <p:txBody>
          <a:bodyPr>
            <a:noAutofit/>
          </a:bodyPr>
          <a:lstStyle>
            <a:lvl1pPr marL="0" indent="0" algn="l">
              <a:buNone/>
              <a:defRPr sz="2200" b="1" i="0" baseline="0">
                <a:solidFill>
                  <a:schemeClr val="accent4">
                    <a:lumMod val="65000"/>
                  </a:schemeClr>
                </a:solidFill>
                <a:latin typeface="Acumin Pro Condensed Semibold" panose="020B0506020202020204" pitchFamily="34" charset="77"/>
              </a:defRPr>
            </a:lvl1pPr>
          </a:lstStyle>
          <a:p>
            <a:pPr lvl="0"/>
            <a:r>
              <a:rPr lang="en-US" dirty="0"/>
              <a:t>Click to add subhead</a:t>
            </a:r>
          </a:p>
        </p:txBody>
      </p:sp>
      <p:sp>
        <p:nvSpPr>
          <p:cNvPr id="4" name="Footer Placeholder 3">
            <a:extLst>
              <a:ext uri="{FF2B5EF4-FFF2-40B4-BE49-F238E27FC236}">
                <a16:creationId xmlns:a16="http://schemas.microsoft.com/office/drawing/2014/main" id="{67E20F0F-7917-55BD-382B-A4E024108196}"/>
              </a:ext>
            </a:extLst>
          </p:cNvPr>
          <p:cNvSpPr>
            <a:spLocks noGrp="1"/>
          </p:cNvSpPr>
          <p:nvPr>
            <p:ph type="ftr" sz="quarter" idx="19"/>
          </p:nvPr>
        </p:nvSpPr>
        <p:spPr/>
        <p:txBody>
          <a:bodyPr/>
          <a:lstStyle/>
          <a:p>
            <a:pPr algn="r"/>
            <a:r>
              <a:rPr lang="en-US"/>
              <a:t>3/31/23            ‹#›</a:t>
            </a:r>
            <a:endParaRPr lang="en-US" dirty="0"/>
          </a:p>
        </p:txBody>
      </p:sp>
      <p:pic>
        <p:nvPicPr>
          <p:cNvPr id="18" name="Picture 17">
            <a:extLst>
              <a:ext uri="{FF2B5EF4-FFF2-40B4-BE49-F238E27FC236}">
                <a16:creationId xmlns:a16="http://schemas.microsoft.com/office/drawing/2014/main" id="{0F92E4C2-B177-034A-ACC1-C3676D1D5E89}"/>
              </a:ext>
            </a:extLst>
          </p:cNvPr>
          <p:cNvPicPr>
            <a:picLocks noChangeAspect="1"/>
          </p:cNvPicPr>
          <p:nvPr userDrawn="1"/>
        </p:nvPicPr>
        <p:blipFill>
          <a:blip r:embed="rId2"/>
          <a:stretch>
            <a:fillRect/>
          </a:stretch>
        </p:blipFill>
        <p:spPr>
          <a:xfrm>
            <a:off x="437607" y="6218750"/>
            <a:ext cx="3362231" cy="356001"/>
          </a:xfrm>
          <a:prstGeom prst="rect">
            <a:avLst/>
          </a:prstGeom>
        </p:spPr>
      </p:pic>
    </p:spTree>
    <p:extLst>
      <p:ext uri="{BB962C8B-B14F-4D97-AF65-F5344CB8AC3E}">
        <p14:creationId xmlns:p14="http://schemas.microsoft.com/office/powerpoint/2010/main" val="168171451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Photo with Copy - 2 Column">
    <p:spTree>
      <p:nvGrpSpPr>
        <p:cNvPr id="1" name=""/>
        <p:cNvGrpSpPr/>
        <p:nvPr/>
      </p:nvGrpSpPr>
      <p:grpSpPr>
        <a:xfrm>
          <a:off x="0" y="0"/>
          <a:ext cx="0" cy="0"/>
          <a:chOff x="0" y="0"/>
          <a:chExt cx="0" cy="0"/>
        </a:xfrm>
      </p:grpSpPr>
      <p:sp>
        <p:nvSpPr>
          <p:cNvPr id="14" name="Text Placeholder 13">
            <a:extLst>
              <a:ext uri="{FF2B5EF4-FFF2-40B4-BE49-F238E27FC236}">
                <a16:creationId xmlns:a16="http://schemas.microsoft.com/office/drawing/2014/main" id="{EEA1DABA-769B-1407-1BFC-75930C1DE70F}"/>
              </a:ext>
            </a:extLst>
          </p:cNvPr>
          <p:cNvSpPr>
            <a:spLocks noGrp="1"/>
          </p:cNvSpPr>
          <p:nvPr>
            <p:ph type="body" sz="quarter" idx="11" hasCustomPrompt="1"/>
          </p:nvPr>
        </p:nvSpPr>
        <p:spPr>
          <a:xfrm>
            <a:off x="457200" y="954291"/>
            <a:ext cx="11277600" cy="365760"/>
          </a:xfrm>
        </p:spPr>
        <p:txBody>
          <a:bodyPr>
            <a:noAutofit/>
          </a:bodyPr>
          <a:lstStyle>
            <a:lvl1pPr marL="0" indent="0" algn="l">
              <a:buNone/>
              <a:defRPr sz="2200" b="1" i="0" baseline="0">
                <a:solidFill>
                  <a:schemeClr val="accent4">
                    <a:lumMod val="65000"/>
                  </a:schemeClr>
                </a:solidFill>
                <a:latin typeface="Acumin Pro Condensed Semibold" panose="020B0506020202020204" pitchFamily="34" charset="77"/>
              </a:defRPr>
            </a:lvl1pPr>
          </a:lstStyle>
          <a:p>
            <a:pPr lvl="0"/>
            <a:r>
              <a:rPr lang="en-US" dirty="0"/>
              <a:t>Click to add subhead</a:t>
            </a:r>
          </a:p>
        </p:txBody>
      </p:sp>
      <p:sp>
        <p:nvSpPr>
          <p:cNvPr id="13" name="Text Placeholder 11">
            <a:extLst>
              <a:ext uri="{FF2B5EF4-FFF2-40B4-BE49-F238E27FC236}">
                <a16:creationId xmlns:a16="http://schemas.microsoft.com/office/drawing/2014/main" id="{6A937CB7-FF71-AF7C-945C-0E285D7B2D54}"/>
              </a:ext>
            </a:extLst>
          </p:cNvPr>
          <p:cNvSpPr>
            <a:spLocks noGrp="1"/>
          </p:cNvSpPr>
          <p:nvPr>
            <p:ph type="body" sz="quarter" idx="10"/>
          </p:nvPr>
        </p:nvSpPr>
        <p:spPr>
          <a:xfrm>
            <a:off x="446313" y="3652272"/>
            <a:ext cx="5469743" cy="2345757"/>
          </a:xfrm>
        </p:spPr>
        <p:txBody>
          <a:bodyPr numCol="1">
            <a:noAutofit/>
          </a:bodyPr>
          <a:lstStyle>
            <a:lvl1pPr marL="285750" indent="-285750" algn="l" fontAlgn="t">
              <a:buFont typeface="Wingdings" pitchFamily="2" charset="2"/>
              <a:buChar char="§"/>
              <a:defRPr sz="1800" baseline="0">
                <a:latin typeface="Acumin Pro" panose="020B0504020202020204" pitchFamily="34" charset="77"/>
              </a:defRPr>
            </a:lvl1pPr>
            <a:lvl2pPr marL="457200" indent="0" algn="l">
              <a:buFontTx/>
              <a:buNone/>
              <a:defRPr sz="1800"/>
            </a:lvl2pPr>
            <a:lvl3pPr marL="914400" indent="0" algn="l">
              <a:buFontTx/>
              <a:buNone/>
              <a:defRPr sz="1800"/>
            </a:lvl3pPr>
            <a:lvl4pPr marL="1371600" indent="0" algn="l">
              <a:buFontTx/>
              <a:buNone/>
              <a:defRPr sz="1800"/>
            </a:lvl4pPr>
            <a:lvl5pPr marL="1828800" indent="0" algn="l">
              <a:buFontTx/>
              <a:buNone/>
              <a:defRPr sz="1800"/>
            </a:lvl5pPr>
          </a:lstStyle>
          <a:p>
            <a:pPr lvl="0"/>
            <a:r>
              <a:rPr lang="en-US"/>
              <a:t>Click to edit Master text styles</a:t>
            </a:r>
          </a:p>
        </p:txBody>
      </p:sp>
      <p:sp>
        <p:nvSpPr>
          <p:cNvPr id="7" name="Title 6">
            <a:extLst>
              <a:ext uri="{FF2B5EF4-FFF2-40B4-BE49-F238E27FC236}">
                <a16:creationId xmlns:a16="http://schemas.microsoft.com/office/drawing/2014/main" id="{99AF8687-CA4E-66EB-17A8-BE41F3023085}"/>
              </a:ext>
            </a:extLst>
          </p:cNvPr>
          <p:cNvSpPr>
            <a:spLocks noGrp="1"/>
          </p:cNvSpPr>
          <p:nvPr>
            <p:ph type="title"/>
          </p:nvPr>
        </p:nvSpPr>
        <p:spPr/>
        <p:txBody>
          <a:bodyPr/>
          <a:lstStyle/>
          <a:p>
            <a:r>
              <a:rPr lang="en-US"/>
              <a:t>Click to edit Master title style</a:t>
            </a:r>
          </a:p>
        </p:txBody>
      </p:sp>
      <p:sp>
        <p:nvSpPr>
          <p:cNvPr id="2" name="Picture Placeholder 2">
            <a:extLst>
              <a:ext uri="{FF2B5EF4-FFF2-40B4-BE49-F238E27FC236}">
                <a16:creationId xmlns:a16="http://schemas.microsoft.com/office/drawing/2014/main" id="{EC508144-F984-C37C-90F6-AA8C545F3DA9}"/>
              </a:ext>
            </a:extLst>
          </p:cNvPr>
          <p:cNvSpPr>
            <a:spLocks noGrp="1"/>
          </p:cNvSpPr>
          <p:nvPr>
            <p:ph type="pic" idx="1"/>
          </p:nvPr>
        </p:nvSpPr>
        <p:spPr>
          <a:xfrm>
            <a:off x="446311" y="1543323"/>
            <a:ext cx="5469745" cy="1885677"/>
          </a:xfrm>
        </p:spPr>
        <p:txBody>
          <a:bodyPr>
            <a:normAutofit/>
          </a:bodyPr>
          <a:lstStyle>
            <a:lvl1pPr marL="0" indent="0">
              <a:buNone/>
              <a:defRPr sz="20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3" name="Picture Placeholder 2">
            <a:extLst>
              <a:ext uri="{FF2B5EF4-FFF2-40B4-BE49-F238E27FC236}">
                <a16:creationId xmlns:a16="http://schemas.microsoft.com/office/drawing/2014/main" id="{35480D7F-9BE0-34B6-0080-2DFC58123F3E}"/>
              </a:ext>
            </a:extLst>
          </p:cNvPr>
          <p:cNvSpPr>
            <a:spLocks noGrp="1"/>
          </p:cNvSpPr>
          <p:nvPr>
            <p:ph type="pic" idx="14"/>
          </p:nvPr>
        </p:nvSpPr>
        <p:spPr>
          <a:xfrm>
            <a:off x="6275945" y="1543323"/>
            <a:ext cx="5458727" cy="1885677"/>
          </a:xfrm>
        </p:spPr>
        <p:txBody>
          <a:bodyPr>
            <a:normAutofit/>
          </a:bodyPr>
          <a:lstStyle>
            <a:lvl1pPr marL="0" indent="0">
              <a:buNone/>
              <a:defRPr sz="20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6" name="Text Placeholder 11">
            <a:extLst>
              <a:ext uri="{FF2B5EF4-FFF2-40B4-BE49-F238E27FC236}">
                <a16:creationId xmlns:a16="http://schemas.microsoft.com/office/drawing/2014/main" id="{710C66FF-C32F-9EF8-4FBC-44E08230B658}"/>
              </a:ext>
            </a:extLst>
          </p:cNvPr>
          <p:cNvSpPr>
            <a:spLocks noGrp="1"/>
          </p:cNvSpPr>
          <p:nvPr>
            <p:ph type="body" sz="quarter" idx="15"/>
          </p:nvPr>
        </p:nvSpPr>
        <p:spPr>
          <a:xfrm>
            <a:off x="6264929" y="3652271"/>
            <a:ext cx="5469743" cy="2345757"/>
          </a:xfrm>
        </p:spPr>
        <p:txBody>
          <a:bodyPr numCol="1">
            <a:noAutofit/>
          </a:bodyPr>
          <a:lstStyle>
            <a:lvl1pPr marL="285750" indent="-285750" algn="l" fontAlgn="t">
              <a:buFont typeface="Wingdings" pitchFamily="2" charset="2"/>
              <a:buChar char="§"/>
              <a:defRPr sz="1800" baseline="0">
                <a:latin typeface="Acumin Pro" panose="020B0504020202020204" pitchFamily="34" charset="77"/>
              </a:defRPr>
            </a:lvl1pPr>
            <a:lvl2pPr marL="457200" indent="0" algn="l">
              <a:buFontTx/>
              <a:buNone/>
              <a:defRPr sz="1800"/>
            </a:lvl2pPr>
            <a:lvl3pPr marL="914400" indent="0" algn="l">
              <a:buFontTx/>
              <a:buNone/>
              <a:defRPr sz="1800"/>
            </a:lvl3pPr>
            <a:lvl4pPr marL="1371600" indent="0" algn="l">
              <a:buFontTx/>
              <a:buNone/>
              <a:defRPr sz="1800"/>
            </a:lvl4pPr>
            <a:lvl5pPr marL="1828800" indent="0" algn="l">
              <a:buFontTx/>
              <a:buNone/>
              <a:defRPr sz="1800"/>
            </a:lvl5pPr>
          </a:lstStyle>
          <a:p>
            <a:pPr lvl="0"/>
            <a:r>
              <a:rPr lang="en-US"/>
              <a:t>Click to edit Master text styles</a:t>
            </a:r>
          </a:p>
        </p:txBody>
      </p:sp>
      <p:sp>
        <p:nvSpPr>
          <p:cNvPr id="10" name="Footer Placeholder 9">
            <a:extLst>
              <a:ext uri="{FF2B5EF4-FFF2-40B4-BE49-F238E27FC236}">
                <a16:creationId xmlns:a16="http://schemas.microsoft.com/office/drawing/2014/main" id="{91641B97-9FFC-02AC-9A83-AD9CF1F958B2}"/>
              </a:ext>
            </a:extLst>
          </p:cNvPr>
          <p:cNvSpPr>
            <a:spLocks noGrp="1"/>
          </p:cNvSpPr>
          <p:nvPr>
            <p:ph type="ftr" sz="quarter" idx="16"/>
          </p:nvPr>
        </p:nvSpPr>
        <p:spPr/>
        <p:txBody>
          <a:bodyPr/>
          <a:lstStyle/>
          <a:p>
            <a:pPr algn="r"/>
            <a:r>
              <a:rPr lang="en-US"/>
              <a:t>3/31/23            ‹#›</a:t>
            </a:r>
            <a:endParaRPr lang="en-US" dirty="0"/>
          </a:p>
        </p:txBody>
      </p:sp>
      <p:pic>
        <p:nvPicPr>
          <p:cNvPr id="19" name="Picture 18">
            <a:extLst>
              <a:ext uri="{FF2B5EF4-FFF2-40B4-BE49-F238E27FC236}">
                <a16:creationId xmlns:a16="http://schemas.microsoft.com/office/drawing/2014/main" id="{1F1D55B3-DE62-9744-8A1E-84A97FEB1253}"/>
              </a:ext>
            </a:extLst>
          </p:cNvPr>
          <p:cNvPicPr>
            <a:picLocks noChangeAspect="1"/>
          </p:cNvPicPr>
          <p:nvPr userDrawn="1"/>
        </p:nvPicPr>
        <p:blipFill>
          <a:blip r:embed="rId2"/>
          <a:stretch>
            <a:fillRect/>
          </a:stretch>
        </p:blipFill>
        <p:spPr>
          <a:xfrm>
            <a:off x="437607" y="6218750"/>
            <a:ext cx="3362231" cy="356001"/>
          </a:xfrm>
          <a:prstGeom prst="rect">
            <a:avLst/>
          </a:prstGeom>
        </p:spPr>
      </p:pic>
    </p:spTree>
    <p:extLst>
      <p:ext uri="{BB962C8B-B14F-4D97-AF65-F5344CB8AC3E}">
        <p14:creationId xmlns:p14="http://schemas.microsoft.com/office/powerpoint/2010/main" val="1726685085"/>
      </p:ext>
    </p:extLst>
  </p:cSld>
  <p:clrMapOvr>
    <a:masterClrMapping/>
  </p:clrMapOvr>
  <p:extLst>
    <p:ext uri="{DCECCB84-F9BA-43D5-87BE-67443E8EF086}">
      <p15:sldGuideLst xmlns:p15="http://schemas.microsoft.com/office/powerpoint/2012/main"/>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Photo with Copy - 3 Column">
    <p:spTree>
      <p:nvGrpSpPr>
        <p:cNvPr id="1" name=""/>
        <p:cNvGrpSpPr/>
        <p:nvPr/>
      </p:nvGrpSpPr>
      <p:grpSpPr>
        <a:xfrm>
          <a:off x="0" y="0"/>
          <a:ext cx="0" cy="0"/>
          <a:chOff x="0" y="0"/>
          <a:chExt cx="0" cy="0"/>
        </a:xfrm>
      </p:grpSpPr>
      <p:sp>
        <p:nvSpPr>
          <p:cNvPr id="14" name="Text Placeholder 13">
            <a:extLst>
              <a:ext uri="{FF2B5EF4-FFF2-40B4-BE49-F238E27FC236}">
                <a16:creationId xmlns:a16="http://schemas.microsoft.com/office/drawing/2014/main" id="{EEA1DABA-769B-1407-1BFC-75930C1DE70F}"/>
              </a:ext>
            </a:extLst>
          </p:cNvPr>
          <p:cNvSpPr>
            <a:spLocks noGrp="1"/>
          </p:cNvSpPr>
          <p:nvPr>
            <p:ph type="body" sz="quarter" idx="11" hasCustomPrompt="1"/>
          </p:nvPr>
        </p:nvSpPr>
        <p:spPr>
          <a:xfrm>
            <a:off x="457200" y="954291"/>
            <a:ext cx="11277600" cy="365760"/>
          </a:xfrm>
        </p:spPr>
        <p:txBody>
          <a:bodyPr>
            <a:noAutofit/>
          </a:bodyPr>
          <a:lstStyle>
            <a:lvl1pPr marL="0" indent="0" algn="l">
              <a:buNone/>
              <a:defRPr sz="2200" baseline="0">
                <a:solidFill>
                  <a:schemeClr val="accent4">
                    <a:lumMod val="65000"/>
                  </a:schemeClr>
                </a:solidFill>
                <a:latin typeface="Franklin Gothic Medium Cond" panose="020B0606030402020204" pitchFamily="34" charset="0"/>
              </a:defRPr>
            </a:lvl1pPr>
          </a:lstStyle>
          <a:p>
            <a:pPr lvl="0"/>
            <a:r>
              <a:rPr lang="en-US" dirty="0"/>
              <a:t>Click to add subhead</a:t>
            </a:r>
          </a:p>
        </p:txBody>
      </p:sp>
      <p:sp>
        <p:nvSpPr>
          <p:cNvPr id="13" name="Text Placeholder 11">
            <a:extLst>
              <a:ext uri="{FF2B5EF4-FFF2-40B4-BE49-F238E27FC236}">
                <a16:creationId xmlns:a16="http://schemas.microsoft.com/office/drawing/2014/main" id="{6A937CB7-FF71-AF7C-945C-0E285D7B2D54}"/>
              </a:ext>
            </a:extLst>
          </p:cNvPr>
          <p:cNvSpPr>
            <a:spLocks noGrp="1"/>
          </p:cNvSpPr>
          <p:nvPr>
            <p:ph type="body" sz="quarter" idx="10"/>
          </p:nvPr>
        </p:nvSpPr>
        <p:spPr>
          <a:xfrm>
            <a:off x="446314" y="3652272"/>
            <a:ext cx="3534479" cy="2345757"/>
          </a:xfrm>
        </p:spPr>
        <p:txBody>
          <a:bodyPr numCol="1">
            <a:noAutofit/>
          </a:bodyPr>
          <a:lstStyle>
            <a:lvl1pPr marL="285750" indent="-285750" algn="l" fontAlgn="t">
              <a:buFont typeface="Wingdings" pitchFamily="2" charset="2"/>
              <a:buChar char="§"/>
              <a:defRPr sz="1800" baseline="0">
                <a:latin typeface="Acumin Pro" panose="020B0504020202020204" pitchFamily="34" charset="77"/>
              </a:defRPr>
            </a:lvl1pPr>
            <a:lvl2pPr marL="457200" indent="0" algn="l">
              <a:buFontTx/>
              <a:buNone/>
              <a:defRPr sz="1800"/>
            </a:lvl2pPr>
            <a:lvl3pPr marL="914400" indent="0" algn="l">
              <a:buFontTx/>
              <a:buNone/>
              <a:defRPr sz="1800"/>
            </a:lvl3pPr>
            <a:lvl4pPr marL="1371600" indent="0" algn="l">
              <a:buFontTx/>
              <a:buNone/>
              <a:defRPr sz="1800"/>
            </a:lvl4pPr>
            <a:lvl5pPr marL="1828800" indent="0" algn="l">
              <a:buFontTx/>
              <a:buNone/>
              <a:defRPr sz="1800"/>
            </a:lvl5pPr>
          </a:lstStyle>
          <a:p>
            <a:pPr lvl="0"/>
            <a:r>
              <a:rPr lang="en-US"/>
              <a:t>Click to edit Master text styles</a:t>
            </a:r>
          </a:p>
        </p:txBody>
      </p:sp>
      <p:sp>
        <p:nvSpPr>
          <p:cNvPr id="7" name="Title 6">
            <a:extLst>
              <a:ext uri="{FF2B5EF4-FFF2-40B4-BE49-F238E27FC236}">
                <a16:creationId xmlns:a16="http://schemas.microsoft.com/office/drawing/2014/main" id="{99AF8687-CA4E-66EB-17A8-BE41F3023085}"/>
              </a:ext>
            </a:extLst>
          </p:cNvPr>
          <p:cNvSpPr>
            <a:spLocks noGrp="1"/>
          </p:cNvSpPr>
          <p:nvPr>
            <p:ph type="title"/>
          </p:nvPr>
        </p:nvSpPr>
        <p:spPr/>
        <p:txBody>
          <a:bodyPr/>
          <a:lstStyle/>
          <a:p>
            <a:r>
              <a:rPr lang="en-US"/>
              <a:t>Click to edit Master title style</a:t>
            </a:r>
          </a:p>
        </p:txBody>
      </p:sp>
      <p:sp>
        <p:nvSpPr>
          <p:cNvPr id="2" name="Picture Placeholder 2">
            <a:extLst>
              <a:ext uri="{FF2B5EF4-FFF2-40B4-BE49-F238E27FC236}">
                <a16:creationId xmlns:a16="http://schemas.microsoft.com/office/drawing/2014/main" id="{EC508144-F984-C37C-90F6-AA8C545F3DA9}"/>
              </a:ext>
            </a:extLst>
          </p:cNvPr>
          <p:cNvSpPr>
            <a:spLocks noGrp="1"/>
          </p:cNvSpPr>
          <p:nvPr>
            <p:ph type="pic" idx="1"/>
          </p:nvPr>
        </p:nvSpPr>
        <p:spPr>
          <a:xfrm>
            <a:off x="446312" y="1543323"/>
            <a:ext cx="3534479" cy="1885677"/>
          </a:xfrm>
        </p:spPr>
        <p:txBody>
          <a:bodyPr>
            <a:normAutofit/>
          </a:bodyPr>
          <a:lstStyle>
            <a:lvl1pPr marL="0" indent="0">
              <a:buNone/>
              <a:defRPr sz="20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3" name="Picture Placeholder 2">
            <a:extLst>
              <a:ext uri="{FF2B5EF4-FFF2-40B4-BE49-F238E27FC236}">
                <a16:creationId xmlns:a16="http://schemas.microsoft.com/office/drawing/2014/main" id="{35480D7F-9BE0-34B6-0080-2DFC58123F3E}"/>
              </a:ext>
            </a:extLst>
          </p:cNvPr>
          <p:cNvSpPr>
            <a:spLocks noGrp="1"/>
          </p:cNvSpPr>
          <p:nvPr>
            <p:ph type="pic" idx="14"/>
          </p:nvPr>
        </p:nvSpPr>
        <p:spPr>
          <a:xfrm>
            <a:off x="4336974" y="1543324"/>
            <a:ext cx="3527360" cy="1885677"/>
          </a:xfrm>
        </p:spPr>
        <p:txBody>
          <a:bodyPr>
            <a:normAutofit/>
          </a:bodyPr>
          <a:lstStyle>
            <a:lvl1pPr marL="0" indent="0">
              <a:buNone/>
              <a:defRPr sz="20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6" name="Text Placeholder 11">
            <a:extLst>
              <a:ext uri="{FF2B5EF4-FFF2-40B4-BE49-F238E27FC236}">
                <a16:creationId xmlns:a16="http://schemas.microsoft.com/office/drawing/2014/main" id="{710C66FF-C32F-9EF8-4FBC-44E08230B658}"/>
              </a:ext>
            </a:extLst>
          </p:cNvPr>
          <p:cNvSpPr>
            <a:spLocks noGrp="1"/>
          </p:cNvSpPr>
          <p:nvPr>
            <p:ph type="body" sz="quarter" idx="15"/>
          </p:nvPr>
        </p:nvSpPr>
        <p:spPr>
          <a:xfrm>
            <a:off x="4325959" y="3652272"/>
            <a:ext cx="3534479" cy="2345757"/>
          </a:xfrm>
        </p:spPr>
        <p:txBody>
          <a:bodyPr numCol="1">
            <a:noAutofit/>
          </a:bodyPr>
          <a:lstStyle>
            <a:lvl1pPr marL="285750" indent="-285750" algn="l" fontAlgn="t">
              <a:buFont typeface="Wingdings" pitchFamily="2" charset="2"/>
              <a:buChar char="§"/>
              <a:defRPr sz="1800" baseline="0">
                <a:latin typeface="Acumin Pro" panose="020B0504020202020204" pitchFamily="34" charset="77"/>
              </a:defRPr>
            </a:lvl1pPr>
            <a:lvl2pPr marL="457200" indent="0" algn="l">
              <a:buFontTx/>
              <a:buNone/>
              <a:defRPr sz="1800"/>
            </a:lvl2pPr>
            <a:lvl3pPr marL="914400" indent="0" algn="l">
              <a:buFontTx/>
              <a:buNone/>
              <a:defRPr sz="1800"/>
            </a:lvl3pPr>
            <a:lvl4pPr marL="1371600" indent="0" algn="l">
              <a:buFontTx/>
              <a:buNone/>
              <a:defRPr sz="1800"/>
            </a:lvl4pPr>
            <a:lvl5pPr marL="1828800" indent="0" algn="l">
              <a:buFontTx/>
              <a:buNone/>
              <a:defRPr sz="1800"/>
            </a:lvl5pPr>
          </a:lstStyle>
          <a:p>
            <a:pPr lvl="0"/>
            <a:r>
              <a:rPr lang="en-US"/>
              <a:t>Click to edit Master text styles</a:t>
            </a:r>
          </a:p>
        </p:txBody>
      </p:sp>
      <p:sp>
        <p:nvSpPr>
          <p:cNvPr id="9" name="Picture Placeholder 2">
            <a:extLst>
              <a:ext uri="{FF2B5EF4-FFF2-40B4-BE49-F238E27FC236}">
                <a16:creationId xmlns:a16="http://schemas.microsoft.com/office/drawing/2014/main" id="{5D5694FC-6767-0363-8F8C-4C8AEA0C5DCC}"/>
              </a:ext>
            </a:extLst>
          </p:cNvPr>
          <p:cNvSpPr>
            <a:spLocks noGrp="1"/>
          </p:cNvSpPr>
          <p:nvPr>
            <p:ph type="pic" idx="16"/>
          </p:nvPr>
        </p:nvSpPr>
        <p:spPr>
          <a:xfrm>
            <a:off x="8205605" y="1532307"/>
            <a:ext cx="3527360" cy="1885677"/>
          </a:xfrm>
        </p:spPr>
        <p:txBody>
          <a:bodyPr>
            <a:normAutofit/>
          </a:bodyPr>
          <a:lstStyle>
            <a:lvl1pPr marL="0" indent="0">
              <a:buNone/>
              <a:defRPr sz="20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10" name="Text Placeholder 11">
            <a:extLst>
              <a:ext uri="{FF2B5EF4-FFF2-40B4-BE49-F238E27FC236}">
                <a16:creationId xmlns:a16="http://schemas.microsoft.com/office/drawing/2014/main" id="{347E27B2-1DE2-3469-81EF-9EBD7DC7AFBA}"/>
              </a:ext>
            </a:extLst>
          </p:cNvPr>
          <p:cNvSpPr>
            <a:spLocks noGrp="1"/>
          </p:cNvSpPr>
          <p:nvPr>
            <p:ph type="body" sz="quarter" idx="17"/>
          </p:nvPr>
        </p:nvSpPr>
        <p:spPr>
          <a:xfrm>
            <a:off x="8194590" y="3641255"/>
            <a:ext cx="3534479" cy="2345757"/>
          </a:xfrm>
        </p:spPr>
        <p:txBody>
          <a:bodyPr numCol="1">
            <a:noAutofit/>
          </a:bodyPr>
          <a:lstStyle>
            <a:lvl1pPr marL="285750" indent="-285750" algn="l" fontAlgn="t">
              <a:buFont typeface="Wingdings" pitchFamily="2" charset="2"/>
              <a:buChar char="§"/>
              <a:defRPr sz="1800" baseline="0">
                <a:latin typeface="Acumin Pro" panose="020B0504020202020204" pitchFamily="34" charset="77"/>
              </a:defRPr>
            </a:lvl1pPr>
            <a:lvl2pPr marL="457200" indent="0" algn="l">
              <a:buFontTx/>
              <a:buNone/>
              <a:defRPr sz="1800"/>
            </a:lvl2pPr>
            <a:lvl3pPr marL="914400" indent="0" algn="l">
              <a:buFontTx/>
              <a:buNone/>
              <a:defRPr sz="1800"/>
            </a:lvl3pPr>
            <a:lvl4pPr marL="1371600" indent="0" algn="l">
              <a:buFontTx/>
              <a:buNone/>
              <a:defRPr sz="1800"/>
            </a:lvl4pPr>
            <a:lvl5pPr marL="1828800" indent="0" algn="l">
              <a:buFontTx/>
              <a:buNone/>
              <a:defRPr sz="1800"/>
            </a:lvl5pPr>
          </a:lstStyle>
          <a:p>
            <a:pPr lvl="0"/>
            <a:r>
              <a:rPr lang="en-US"/>
              <a:t>Click to edit Master text styles</a:t>
            </a:r>
          </a:p>
        </p:txBody>
      </p:sp>
      <p:sp>
        <p:nvSpPr>
          <p:cNvPr id="11" name="Footer Placeholder 10">
            <a:extLst>
              <a:ext uri="{FF2B5EF4-FFF2-40B4-BE49-F238E27FC236}">
                <a16:creationId xmlns:a16="http://schemas.microsoft.com/office/drawing/2014/main" id="{F039C530-4D1F-8F28-146E-3ECC4BBCE9E0}"/>
              </a:ext>
            </a:extLst>
          </p:cNvPr>
          <p:cNvSpPr>
            <a:spLocks noGrp="1"/>
          </p:cNvSpPr>
          <p:nvPr>
            <p:ph type="ftr" sz="quarter" idx="18"/>
          </p:nvPr>
        </p:nvSpPr>
        <p:spPr/>
        <p:txBody>
          <a:bodyPr/>
          <a:lstStyle/>
          <a:p>
            <a:pPr algn="r"/>
            <a:r>
              <a:rPr lang="en-US"/>
              <a:t>3/31/23            ‹#›</a:t>
            </a:r>
            <a:endParaRPr lang="en-US" dirty="0"/>
          </a:p>
        </p:txBody>
      </p:sp>
      <p:pic>
        <p:nvPicPr>
          <p:cNvPr id="20" name="Picture 19">
            <a:extLst>
              <a:ext uri="{FF2B5EF4-FFF2-40B4-BE49-F238E27FC236}">
                <a16:creationId xmlns:a16="http://schemas.microsoft.com/office/drawing/2014/main" id="{6E91789F-D0D4-8047-88FB-13966CB7FE0A}"/>
              </a:ext>
            </a:extLst>
          </p:cNvPr>
          <p:cNvPicPr>
            <a:picLocks noChangeAspect="1"/>
          </p:cNvPicPr>
          <p:nvPr userDrawn="1"/>
        </p:nvPicPr>
        <p:blipFill>
          <a:blip r:embed="rId2"/>
          <a:stretch>
            <a:fillRect/>
          </a:stretch>
        </p:blipFill>
        <p:spPr>
          <a:xfrm>
            <a:off x="437607" y="6218750"/>
            <a:ext cx="3362231" cy="356001"/>
          </a:xfrm>
          <a:prstGeom prst="rect">
            <a:avLst/>
          </a:prstGeom>
        </p:spPr>
      </p:pic>
    </p:spTree>
    <p:extLst>
      <p:ext uri="{BB962C8B-B14F-4D97-AF65-F5344CB8AC3E}">
        <p14:creationId xmlns:p14="http://schemas.microsoft.com/office/powerpoint/2010/main" val="2460767190"/>
      </p:ext>
    </p:extLst>
  </p:cSld>
  <p:clrMapOvr>
    <a:masterClrMapping/>
  </p:clrMapOvr>
  <p:extLst>
    <p:ext uri="{DCECCB84-F9BA-43D5-87BE-67443E8EF086}">
      <p15:sldGuideLst xmlns:p15="http://schemas.microsoft.com/office/powerpoint/2012/main"/>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E27402-16CB-60F1-259A-4E1A16194431}"/>
              </a:ext>
            </a:extLst>
          </p:cNvPr>
          <p:cNvSpPr>
            <a:spLocks noGrp="1"/>
          </p:cNvSpPr>
          <p:nvPr>
            <p:ph type="title"/>
          </p:nvPr>
        </p:nvSpPr>
        <p:spPr>
          <a:xfrm>
            <a:off x="457202" y="457200"/>
            <a:ext cx="4314823" cy="964096"/>
          </a:xfrm>
        </p:spPr>
        <p:txBody>
          <a:bodyPr anchor="b"/>
          <a:lstStyle>
            <a:lvl1pPr>
              <a:defRPr sz="3200"/>
            </a:lvl1pPr>
          </a:lstStyle>
          <a:p>
            <a:r>
              <a:rPr lang="en-US"/>
              <a:t>Click to edit Master title style</a:t>
            </a:r>
            <a:endParaRPr lang="en-US" dirty="0"/>
          </a:p>
        </p:txBody>
      </p:sp>
      <p:sp>
        <p:nvSpPr>
          <p:cNvPr id="4" name="Text Placeholder 3">
            <a:extLst>
              <a:ext uri="{FF2B5EF4-FFF2-40B4-BE49-F238E27FC236}">
                <a16:creationId xmlns:a16="http://schemas.microsoft.com/office/drawing/2014/main" id="{B9889552-EB9F-6D72-9130-E107C02C22F6}"/>
              </a:ext>
            </a:extLst>
          </p:cNvPr>
          <p:cNvSpPr>
            <a:spLocks noGrp="1"/>
          </p:cNvSpPr>
          <p:nvPr>
            <p:ph type="body" sz="half" idx="2"/>
          </p:nvPr>
        </p:nvSpPr>
        <p:spPr>
          <a:xfrm>
            <a:off x="457202" y="1570383"/>
            <a:ext cx="4314823" cy="4298605"/>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10" name="Content Placeholder 2">
            <a:extLst>
              <a:ext uri="{FF2B5EF4-FFF2-40B4-BE49-F238E27FC236}">
                <a16:creationId xmlns:a16="http://schemas.microsoft.com/office/drawing/2014/main" id="{C5F6EAB8-D2BB-0BDE-C7AC-895B69CA533E}"/>
              </a:ext>
            </a:extLst>
          </p:cNvPr>
          <p:cNvSpPr>
            <a:spLocks noGrp="1"/>
          </p:cNvSpPr>
          <p:nvPr>
            <p:ph idx="1"/>
          </p:nvPr>
        </p:nvSpPr>
        <p:spPr>
          <a:xfrm>
            <a:off x="5071871" y="457200"/>
            <a:ext cx="6662927" cy="5411788"/>
          </a:xfrm>
        </p:spPr>
        <p:txBody>
          <a:bodyPr>
            <a:normAutofit/>
          </a:bodyPr>
          <a:lstStyle>
            <a:lvl1pPr>
              <a:defRPr sz="2000"/>
            </a:lvl1pPr>
            <a:lvl2pPr>
              <a:defRPr sz="1800"/>
            </a:lvl2pPr>
            <a:lvl3pPr>
              <a:defRPr sz="1800"/>
            </a:lvl3pPr>
            <a:lvl4pPr>
              <a:defRPr sz="1500"/>
            </a:lvl4pPr>
            <a:lvl5pPr>
              <a:defRPr sz="14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D1CC4977-AD33-556A-2AED-7416F7D43900}"/>
              </a:ext>
            </a:extLst>
          </p:cNvPr>
          <p:cNvSpPr>
            <a:spLocks noGrp="1"/>
          </p:cNvSpPr>
          <p:nvPr>
            <p:ph type="ftr" sz="quarter" idx="10"/>
          </p:nvPr>
        </p:nvSpPr>
        <p:spPr/>
        <p:txBody>
          <a:bodyPr/>
          <a:lstStyle/>
          <a:p>
            <a:pPr algn="r"/>
            <a:r>
              <a:rPr lang="en-US"/>
              <a:t>3/31/23            ‹#›</a:t>
            </a:r>
            <a:endParaRPr lang="en-US" dirty="0"/>
          </a:p>
        </p:txBody>
      </p:sp>
      <p:pic>
        <p:nvPicPr>
          <p:cNvPr id="14" name="Picture 13">
            <a:extLst>
              <a:ext uri="{FF2B5EF4-FFF2-40B4-BE49-F238E27FC236}">
                <a16:creationId xmlns:a16="http://schemas.microsoft.com/office/drawing/2014/main" id="{FA7895D7-4D6B-AC47-9963-88D20F293421}"/>
              </a:ext>
            </a:extLst>
          </p:cNvPr>
          <p:cNvPicPr>
            <a:picLocks noChangeAspect="1"/>
          </p:cNvPicPr>
          <p:nvPr userDrawn="1"/>
        </p:nvPicPr>
        <p:blipFill>
          <a:blip r:embed="rId2"/>
          <a:stretch>
            <a:fillRect/>
          </a:stretch>
        </p:blipFill>
        <p:spPr>
          <a:xfrm>
            <a:off x="437607" y="6218750"/>
            <a:ext cx="3362231" cy="356001"/>
          </a:xfrm>
          <a:prstGeom prst="rect">
            <a:avLst/>
          </a:prstGeom>
        </p:spPr>
      </p:pic>
    </p:spTree>
    <p:extLst>
      <p:ext uri="{BB962C8B-B14F-4D97-AF65-F5344CB8AC3E}">
        <p14:creationId xmlns:p14="http://schemas.microsoft.com/office/powerpoint/2010/main" val="40629003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type="picTx" preserve="1">
  <p:cSld name="Photo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E99A83-2C12-9A72-A547-B9374C1072DC}"/>
              </a:ext>
            </a:extLst>
          </p:cNvPr>
          <p:cNvSpPr>
            <a:spLocks noGrp="1"/>
          </p:cNvSpPr>
          <p:nvPr>
            <p:ph type="title"/>
          </p:nvPr>
        </p:nvSpPr>
        <p:spPr>
          <a:xfrm>
            <a:off x="446314" y="470037"/>
            <a:ext cx="4325711" cy="1034775"/>
          </a:xfrm>
        </p:spPr>
        <p:txBody>
          <a:bodyPr anchor="b"/>
          <a:lstStyle>
            <a:lvl1pPr fontAlgn="t">
              <a:defRPr sz="3200"/>
            </a:lvl1pPr>
          </a:lstStyle>
          <a:p>
            <a:r>
              <a:rPr lang="en-US"/>
              <a:t>Click to edit Master title style</a:t>
            </a:r>
            <a:endParaRPr lang="en-US" dirty="0"/>
          </a:p>
        </p:txBody>
      </p:sp>
      <p:sp>
        <p:nvSpPr>
          <p:cNvPr id="3" name="Picture Placeholder 2">
            <a:extLst>
              <a:ext uri="{FF2B5EF4-FFF2-40B4-BE49-F238E27FC236}">
                <a16:creationId xmlns:a16="http://schemas.microsoft.com/office/drawing/2014/main" id="{5F2E1BF6-9F66-A119-6E10-5D16400A750A}"/>
              </a:ext>
            </a:extLst>
          </p:cNvPr>
          <p:cNvSpPr>
            <a:spLocks noGrp="1"/>
          </p:cNvSpPr>
          <p:nvPr>
            <p:ph type="pic" idx="1"/>
          </p:nvPr>
        </p:nvSpPr>
        <p:spPr>
          <a:xfrm>
            <a:off x="5183188" y="470037"/>
            <a:ext cx="6562498" cy="5391013"/>
          </a:xfrm>
        </p:spPr>
        <p:txBody>
          <a:bodyPr>
            <a:normAutofit/>
          </a:bodyPr>
          <a:lstStyle>
            <a:lvl1pPr marL="0" indent="0">
              <a:buNone/>
              <a:defRPr sz="20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a:extLst>
              <a:ext uri="{FF2B5EF4-FFF2-40B4-BE49-F238E27FC236}">
                <a16:creationId xmlns:a16="http://schemas.microsoft.com/office/drawing/2014/main" id="{69A59AA2-58AF-A659-F919-8BDA04ADA496}"/>
              </a:ext>
            </a:extLst>
          </p:cNvPr>
          <p:cNvSpPr>
            <a:spLocks noGrp="1"/>
          </p:cNvSpPr>
          <p:nvPr>
            <p:ph type="body" sz="half" idx="2"/>
          </p:nvPr>
        </p:nvSpPr>
        <p:spPr>
          <a:xfrm>
            <a:off x="446314" y="1759226"/>
            <a:ext cx="4325711" cy="40860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Footer Placeholder 4">
            <a:extLst>
              <a:ext uri="{FF2B5EF4-FFF2-40B4-BE49-F238E27FC236}">
                <a16:creationId xmlns:a16="http://schemas.microsoft.com/office/drawing/2014/main" id="{3BA56456-EFF1-AF89-28F7-3D4A6920E070}"/>
              </a:ext>
            </a:extLst>
          </p:cNvPr>
          <p:cNvSpPr>
            <a:spLocks noGrp="1"/>
          </p:cNvSpPr>
          <p:nvPr>
            <p:ph type="ftr" sz="quarter" idx="10"/>
          </p:nvPr>
        </p:nvSpPr>
        <p:spPr/>
        <p:txBody>
          <a:bodyPr/>
          <a:lstStyle/>
          <a:p>
            <a:pPr algn="r"/>
            <a:r>
              <a:rPr lang="en-US"/>
              <a:t>3/31/23            ‹#›</a:t>
            </a:r>
            <a:endParaRPr lang="en-US" dirty="0"/>
          </a:p>
        </p:txBody>
      </p:sp>
      <p:pic>
        <p:nvPicPr>
          <p:cNvPr id="13" name="Picture 12">
            <a:extLst>
              <a:ext uri="{FF2B5EF4-FFF2-40B4-BE49-F238E27FC236}">
                <a16:creationId xmlns:a16="http://schemas.microsoft.com/office/drawing/2014/main" id="{F454D3F7-E9EF-3042-B534-31D5C54C48A3}"/>
              </a:ext>
            </a:extLst>
          </p:cNvPr>
          <p:cNvPicPr>
            <a:picLocks noChangeAspect="1"/>
          </p:cNvPicPr>
          <p:nvPr userDrawn="1"/>
        </p:nvPicPr>
        <p:blipFill>
          <a:blip r:embed="rId2"/>
          <a:stretch>
            <a:fillRect/>
          </a:stretch>
        </p:blipFill>
        <p:spPr>
          <a:xfrm>
            <a:off x="437607" y="6218750"/>
            <a:ext cx="3362231" cy="356001"/>
          </a:xfrm>
          <a:prstGeom prst="rect">
            <a:avLst/>
          </a:prstGeom>
        </p:spPr>
      </p:pic>
    </p:spTree>
    <p:extLst>
      <p:ext uri="{BB962C8B-B14F-4D97-AF65-F5344CB8AC3E}">
        <p14:creationId xmlns:p14="http://schemas.microsoft.com/office/powerpoint/2010/main" val="3433354303"/>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Photos">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5F2E1BF6-9F66-A119-6E10-5D16400A750A}"/>
              </a:ext>
            </a:extLst>
          </p:cNvPr>
          <p:cNvSpPr>
            <a:spLocks noGrp="1"/>
          </p:cNvSpPr>
          <p:nvPr>
            <p:ph type="pic" idx="1"/>
          </p:nvPr>
        </p:nvSpPr>
        <p:spPr>
          <a:xfrm>
            <a:off x="446313" y="1543323"/>
            <a:ext cx="5458727" cy="4317728"/>
          </a:xfrm>
        </p:spPr>
        <p:txBody>
          <a:bodyPr>
            <a:normAutofit/>
          </a:bodyPr>
          <a:lstStyle>
            <a:lvl1pPr marL="0" indent="0">
              <a:buNone/>
              <a:defRPr sz="20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5" name="Title 4">
            <a:extLst>
              <a:ext uri="{FF2B5EF4-FFF2-40B4-BE49-F238E27FC236}">
                <a16:creationId xmlns:a16="http://schemas.microsoft.com/office/drawing/2014/main" id="{B7832766-AA56-63AE-E2AA-9A2947343D87}"/>
              </a:ext>
            </a:extLst>
          </p:cNvPr>
          <p:cNvSpPr>
            <a:spLocks noGrp="1"/>
          </p:cNvSpPr>
          <p:nvPr>
            <p:ph type="title"/>
          </p:nvPr>
        </p:nvSpPr>
        <p:spPr/>
        <p:txBody>
          <a:bodyPr/>
          <a:lstStyle/>
          <a:p>
            <a:r>
              <a:rPr lang="en-US"/>
              <a:t>Click to edit Master title style</a:t>
            </a:r>
          </a:p>
        </p:txBody>
      </p:sp>
      <p:sp>
        <p:nvSpPr>
          <p:cNvPr id="10" name="Picture Placeholder 2">
            <a:extLst>
              <a:ext uri="{FF2B5EF4-FFF2-40B4-BE49-F238E27FC236}">
                <a16:creationId xmlns:a16="http://schemas.microsoft.com/office/drawing/2014/main" id="{CF92D672-5C11-B647-ADA7-722837BA86C0}"/>
              </a:ext>
            </a:extLst>
          </p:cNvPr>
          <p:cNvSpPr>
            <a:spLocks noGrp="1"/>
          </p:cNvSpPr>
          <p:nvPr>
            <p:ph type="pic" idx="12"/>
          </p:nvPr>
        </p:nvSpPr>
        <p:spPr>
          <a:xfrm>
            <a:off x="6286962" y="1543323"/>
            <a:ext cx="5458727" cy="4317728"/>
          </a:xfrm>
        </p:spPr>
        <p:txBody>
          <a:bodyPr>
            <a:normAutofit/>
          </a:bodyPr>
          <a:lstStyle>
            <a:lvl1pPr marL="0" indent="0">
              <a:buNone/>
              <a:defRPr sz="20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11" name="Text Placeholder 13">
            <a:extLst>
              <a:ext uri="{FF2B5EF4-FFF2-40B4-BE49-F238E27FC236}">
                <a16:creationId xmlns:a16="http://schemas.microsoft.com/office/drawing/2014/main" id="{6AFB8997-E903-BD34-CBB7-A70F3BD090A1}"/>
              </a:ext>
            </a:extLst>
          </p:cNvPr>
          <p:cNvSpPr>
            <a:spLocks noGrp="1"/>
          </p:cNvSpPr>
          <p:nvPr>
            <p:ph type="body" sz="quarter" idx="13" hasCustomPrompt="1"/>
          </p:nvPr>
        </p:nvSpPr>
        <p:spPr>
          <a:xfrm>
            <a:off x="457200" y="954291"/>
            <a:ext cx="11277600" cy="365760"/>
          </a:xfrm>
        </p:spPr>
        <p:txBody>
          <a:bodyPr>
            <a:noAutofit/>
          </a:bodyPr>
          <a:lstStyle>
            <a:lvl1pPr marL="0" indent="0" algn="l">
              <a:buNone/>
              <a:defRPr sz="2200" b="1" i="0" baseline="0">
                <a:solidFill>
                  <a:schemeClr val="accent4">
                    <a:lumMod val="65000"/>
                  </a:schemeClr>
                </a:solidFill>
                <a:latin typeface="Acumin Pro Condensed Semibold" panose="020B0506020202020204" pitchFamily="34" charset="77"/>
              </a:defRPr>
            </a:lvl1pPr>
          </a:lstStyle>
          <a:p>
            <a:pPr lvl="0"/>
            <a:r>
              <a:rPr lang="en-US" dirty="0"/>
              <a:t>Click to add subhead</a:t>
            </a:r>
          </a:p>
        </p:txBody>
      </p:sp>
      <p:sp>
        <p:nvSpPr>
          <p:cNvPr id="2" name="Footer Placeholder 1">
            <a:extLst>
              <a:ext uri="{FF2B5EF4-FFF2-40B4-BE49-F238E27FC236}">
                <a16:creationId xmlns:a16="http://schemas.microsoft.com/office/drawing/2014/main" id="{A3135B86-20D4-13D9-0376-A64DF5C381B3}"/>
              </a:ext>
            </a:extLst>
          </p:cNvPr>
          <p:cNvSpPr>
            <a:spLocks noGrp="1"/>
          </p:cNvSpPr>
          <p:nvPr>
            <p:ph type="ftr" sz="quarter" idx="14"/>
          </p:nvPr>
        </p:nvSpPr>
        <p:spPr/>
        <p:txBody>
          <a:bodyPr/>
          <a:lstStyle/>
          <a:p>
            <a:pPr algn="r"/>
            <a:r>
              <a:rPr lang="en-US"/>
              <a:t>3/31/23            ‹#›</a:t>
            </a:r>
            <a:endParaRPr lang="en-US" dirty="0"/>
          </a:p>
        </p:txBody>
      </p:sp>
      <p:pic>
        <p:nvPicPr>
          <p:cNvPr id="16" name="Picture 15">
            <a:extLst>
              <a:ext uri="{FF2B5EF4-FFF2-40B4-BE49-F238E27FC236}">
                <a16:creationId xmlns:a16="http://schemas.microsoft.com/office/drawing/2014/main" id="{5EF4BB4A-8DE4-4644-A2B1-5CCF7E90335C}"/>
              </a:ext>
            </a:extLst>
          </p:cNvPr>
          <p:cNvPicPr>
            <a:picLocks noChangeAspect="1"/>
          </p:cNvPicPr>
          <p:nvPr userDrawn="1"/>
        </p:nvPicPr>
        <p:blipFill>
          <a:blip r:embed="rId2"/>
          <a:stretch>
            <a:fillRect/>
          </a:stretch>
        </p:blipFill>
        <p:spPr>
          <a:xfrm>
            <a:off x="437607" y="6218750"/>
            <a:ext cx="3362231" cy="356001"/>
          </a:xfrm>
          <a:prstGeom prst="rect">
            <a:avLst/>
          </a:prstGeom>
        </p:spPr>
      </p:pic>
    </p:spTree>
    <p:extLst>
      <p:ext uri="{BB962C8B-B14F-4D97-AF65-F5344CB8AC3E}">
        <p14:creationId xmlns:p14="http://schemas.microsoft.com/office/powerpoint/2010/main" val="15941760"/>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Copy with Photos">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5F2E1BF6-9F66-A119-6E10-5D16400A750A}"/>
              </a:ext>
            </a:extLst>
          </p:cNvPr>
          <p:cNvSpPr>
            <a:spLocks noGrp="1"/>
          </p:cNvSpPr>
          <p:nvPr>
            <p:ph type="pic" idx="1"/>
          </p:nvPr>
        </p:nvSpPr>
        <p:spPr>
          <a:xfrm>
            <a:off x="468086" y="1543323"/>
            <a:ext cx="5862679" cy="2055591"/>
          </a:xfrm>
        </p:spPr>
        <p:txBody>
          <a:bodyPr>
            <a:normAutofit/>
          </a:bodyPr>
          <a:lstStyle>
            <a:lvl1pPr marL="0" indent="0">
              <a:buNone/>
              <a:defRPr sz="20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a:extLst>
              <a:ext uri="{FF2B5EF4-FFF2-40B4-BE49-F238E27FC236}">
                <a16:creationId xmlns:a16="http://schemas.microsoft.com/office/drawing/2014/main" id="{69A59AA2-58AF-A659-F919-8BDA04ADA496}"/>
              </a:ext>
            </a:extLst>
          </p:cNvPr>
          <p:cNvSpPr>
            <a:spLocks noGrp="1"/>
          </p:cNvSpPr>
          <p:nvPr>
            <p:ph type="body" sz="half" idx="2"/>
          </p:nvPr>
        </p:nvSpPr>
        <p:spPr>
          <a:xfrm>
            <a:off x="6615759" y="1543322"/>
            <a:ext cx="5129927" cy="4307573"/>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Title 4">
            <a:extLst>
              <a:ext uri="{FF2B5EF4-FFF2-40B4-BE49-F238E27FC236}">
                <a16:creationId xmlns:a16="http://schemas.microsoft.com/office/drawing/2014/main" id="{B3D45392-3CD8-B80C-F2B3-4B45BA45F3B0}"/>
              </a:ext>
            </a:extLst>
          </p:cNvPr>
          <p:cNvSpPr>
            <a:spLocks noGrp="1"/>
          </p:cNvSpPr>
          <p:nvPr>
            <p:ph type="title"/>
          </p:nvPr>
        </p:nvSpPr>
        <p:spPr/>
        <p:txBody>
          <a:bodyPr/>
          <a:lstStyle/>
          <a:p>
            <a:r>
              <a:rPr lang="en-US"/>
              <a:t>Click to edit Master title style</a:t>
            </a:r>
          </a:p>
        </p:txBody>
      </p:sp>
      <p:sp>
        <p:nvSpPr>
          <p:cNvPr id="10" name="Picture Placeholder 2">
            <a:extLst>
              <a:ext uri="{FF2B5EF4-FFF2-40B4-BE49-F238E27FC236}">
                <a16:creationId xmlns:a16="http://schemas.microsoft.com/office/drawing/2014/main" id="{0492B2E6-F25A-DAD4-50C4-028EE4F9F201}"/>
              </a:ext>
            </a:extLst>
          </p:cNvPr>
          <p:cNvSpPr>
            <a:spLocks noGrp="1"/>
          </p:cNvSpPr>
          <p:nvPr>
            <p:ph type="pic" idx="13"/>
          </p:nvPr>
        </p:nvSpPr>
        <p:spPr>
          <a:xfrm>
            <a:off x="3486577" y="3795304"/>
            <a:ext cx="2844188" cy="2055591"/>
          </a:xfrm>
        </p:spPr>
        <p:txBody>
          <a:bodyPr>
            <a:normAutofit/>
          </a:bodyPr>
          <a:lstStyle>
            <a:lvl1pPr marL="0" indent="0">
              <a:buNone/>
              <a:defRPr sz="20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11" name="Picture Placeholder 2">
            <a:extLst>
              <a:ext uri="{FF2B5EF4-FFF2-40B4-BE49-F238E27FC236}">
                <a16:creationId xmlns:a16="http://schemas.microsoft.com/office/drawing/2014/main" id="{E4F1D849-D57F-29CA-A61A-410807726101}"/>
              </a:ext>
            </a:extLst>
          </p:cNvPr>
          <p:cNvSpPr>
            <a:spLocks noGrp="1"/>
          </p:cNvSpPr>
          <p:nvPr>
            <p:ph type="pic" idx="14"/>
          </p:nvPr>
        </p:nvSpPr>
        <p:spPr>
          <a:xfrm>
            <a:off x="468086" y="3795304"/>
            <a:ext cx="2844188" cy="2055592"/>
          </a:xfrm>
        </p:spPr>
        <p:txBody>
          <a:bodyPr>
            <a:normAutofit/>
          </a:bodyPr>
          <a:lstStyle>
            <a:lvl1pPr marL="0" indent="0">
              <a:buNone/>
              <a:defRPr sz="20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12" name="Text Placeholder 13">
            <a:extLst>
              <a:ext uri="{FF2B5EF4-FFF2-40B4-BE49-F238E27FC236}">
                <a16:creationId xmlns:a16="http://schemas.microsoft.com/office/drawing/2014/main" id="{6AB35901-94D3-C7C4-1CE7-B31E29C657CD}"/>
              </a:ext>
            </a:extLst>
          </p:cNvPr>
          <p:cNvSpPr>
            <a:spLocks noGrp="1"/>
          </p:cNvSpPr>
          <p:nvPr>
            <p:ph type="body" sz="quarter" idx="15" hasCustomPrompt="1"/>
          </p:nvPr>
        </p:nvSpPr>
        <p:spPr>
          <a:xfrm>
            <a:off x="457200" y="954291"/>
            <a:ext cx="11277600" cy="365760"/>
          </a:xfrm>
        </p:spPr>
        <p:txBody>
          <a:bodyPr>
            <a:noAutofit/>
          </a:bodyPr>
          <a:lstStyle>
            <a:lvl1pPr marL="0" indent="0" algn="l">
              <a:buNone/>
              <a:defRPr sz="2200" b="1" i="0" baseline="0">
                <a:solidFill>
                  <a:schemeClr val="accent4">
                    <a:lumMod val="65000"/>
                  </a:schemeClr>
                </a:solidFill>
                <a:latin typeface="Acumin Pro Condensed Semibold" panose="020B0506020202020204" pitchFamily="34" charset="77"/>
              </a:defRPr>
            </a:lvl1pPr>
          </a:lstStyle>
          <a:p>
            <a:pPr lvl="0"/>
            <a:r>
              <a:rPr lang="en-US" dirty="0"/>
              <a:t>Click to add subhead</a:t>
            </a:r>
          </a:p>
        </p:txBody>
      </p:sp>
      <p:sp>
        <p:nvSpPr>
          <p:cNvPr id="2" name="Footer Placeholder 1">
            <a:extLst>
              <a:ext uri="{FF2B5EF4-FFF2-40B4-BE49-F238E27FC236}">
                <a16:creationId xmlns:a16="http://schemas.microsoft.com/office/drawing/2014/main" id="{6DA9D6A4-F44C-720B-EF21-A331231A6477}"/>
              </a:ext>
            </a:extLst>
          </p:cNvPr>
          <p:cNvSpPr>
            <a:spLocks noGrp="1"/>
          </p:cNvSpPr>
          <p:nvPr>
            <p:ph type="ftr" sz="quarter" idx="16"/>
          </p:nvPr>
        </p:nvSpPr>
        <p:spPr/>
        <p:txBody>
          <a:bodyPr/>
          <a:lstStyle/>
          <a:p>
            <a:pPr algn="r"/>
            <a:r>
              <a:rPr lang="en-US"/>
              <a:t>3/31/23            ‹#›</a:t>
            </a:r>
            <a:endParaRPr lang="en-US" dirty="0"/>
          </a:p>
        </p:txBody>
      </p:sp>
      <p:pic>
        <p:nvPicPr>
          <p:cNvPr id="19" name="Picture 18">
            <a:extLst>
              <a:ext uri="{FF2B5EF4-FFF2-40B4-BE49-F238E27FC236}">
                <a16:creationId xmlns:a16="http://schemas.microsoft.com/office/drawing/2014/main" id="{4ADC634B-A375-1F43-86DB-ACAFF996FA06}"/>
              </a:ext>
            </a:extLst>
          </p:cNvPr>
          <p:cNvPicPr>
            <a:picLocks noChangeAspect="1"/>
          </p:cNvPicPr>
          <p:nvPr userDrawn="1"/>
        </p:nvPicPr>
        <p:blipFill>
          <a:blip r:embed="rId2"/>
          <a:stretch>
            <a:fillRect/>
          </a:stretch>
        </p:blipFill>
        <p:spPr>
          <a:xfrm>
            <a:off x="437607" y="6218750"/>
            <a:ext cx="3362231" cy="356001"/>
          </a:xfrm>
          <a:prstGeom prst="rect">
            <a:avLst/>
          </a:prstGeom>
        </p:spPr>
      </p:pic>
    </p:spTree>
    <p:extLst>
      <p:ext uri="{BB962C8B-B14F-4D97-AF65-F5344CB8AC3E}">
        <p14:creationId xmlns:p14="http://schemas.microsoft.com/office/powerpoint/2010/main" val="1588244453"/>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Photos with Cap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69A59AA2-58AF-A659-F919-8BDA04ADA496}"/>
              </a:ext>
            </a:extLst>
          </p:cNvPr>
          <p:cNvSpPr>
            <a:spLocks noGrp="1"/>
          </p:cNvSpPr>
          <p:nvPr>
            <p:ph type="body" sz="half" idx="2"/>
          </p:nvPr>
        </p:nvSpPr>
        <p:spPr>
          <a:xfrm>
            <a:off x="435428" y="3253121"/>
            <a:ext cx="3541792" cy="36576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Title 4">
            <a:extLst>
              <a:ext uri="{FF2B5EF4-FFF2-40B4-BE49-F238E27FC236}">
                <a16:creationId xmlns:a16="http://schemas.microsoft.com/office/drawing/2014/main" id="{B3D45392-3CD8-B80C-F2B3-4B45BA45F3B0}"/>
              </a:ext>
            </a:extLst>
          </p:cNvPr>
          <p:cNvSpPr>
            <a:spLocks noGrp="1"/>
          </p:cNvSpPr>
          <p:nvPr>
            <p:ph type="title"/>
          </p:nvPr>
        </p:nvSpPr>
        <p:spPr/>
        <p:txBody>
          <a:bodyPr/>
          <a:lstStyle/>
          <a:p>
            <a:r>
              <a:rPr lang="en-US"/>
              <a:t>Click to edit Master title style</a:t>
            </a:r>
          </a:p>
        </p:txBody>
      </p:sp>
      <p:sp>
        <p:nvSpPr>
          <p:cNvPr id="11" name="Picture Placeholder 2">
            <a:extLst>
              <a:ext uri="{FF2B5EF4-FFF2-40B4-BE49-F238E27FC236}">
                <a16:creationId xmlns:a16="http://schemas.microsoft.com/office/drawing/2014/main" id="{E4F1D849-D57F-29CA-A61A-410807726101}"/>
              </a:ext>
            </a:extLst>
          </p:cNvPr>
          <p:cNvSpPr>
            <a:spLocks noGrp="1"/>
          </p:cNvSpPr>
          <p:nvPr>
            <p:ph type="pic" idx="14"/>
          </p:nvPr>
        </p:nvSpPr>
        <p:spPr>
          <a:xfrm>
            <a:off x="457200" y="1367317"/>
            <a:ext cx="3520020" cy="1750458"/>
          </a:xfrm>
        </p:spPr>
        <p:txBody>
          <a:bodyPr>
            <a:normAutofit/>
          </a:bodyPr>
          <a:lstStyle>
            <a:lvl1pPr marL="0" indent="0">
              <a:buNone/>
              <a:defRPr sz="20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6" name="Picture Placeholder 2">
            <a:extLst>
              <a:ext uri="{FF2B5EF4-FFF2-40B4-BE49-F238E27FC236}">
                <a16:creationId xmlns:a16="http://schemas.microsoft.com/office/drawing/2014/main" id="{60A3B0E8-AC0D-A169-37E3-2D123D6EBF24}"/>
              </a:ext>
            </a:extLst>
          </p:cNvPr>
          <p:cNvSpPr>
            <a:spLocks noGrp="1"/>
          </p:cNvSpPr>
          <p:nvPr>
            <p:ph type="pic" idx="16"/>
          </p:nvPr>
        </p:nvSpPr>
        <p:spPr>
          <a:xfrm>
            <a:off x="4325104" y="1367317"/>
            <a:ext cx="3520020" cy="1750458"/>
          </a:xfrm>
        </p:spPr>
        <p:txBody>
          <a:bodyPr>
            <a:normAutofit/>
          </a:bodyPr>
          <a:lstStyle>
            <a:lvl1pPr marL="0" indent="0">
              <a:buNone/>
              <a:defRPr sz="20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13" name="Picture Placeholder 2">
            <a:extLst>
              <a:ext uri="{FF2B5EF4-FFF2-40B4-BE49-F238E27FC236}">
                <a16:creationId xmlns:a16="http://schemas.microsoft.com/office/drawing/2014/main" id="{640970D8-E511-89A8-FC5C-6DB37485ADE3}"/>
              </a:ext>
            </a:extLst>
          </p:cNvPr>
          <p:cNvSpPr>
            <a:spLocks noGrp="1"/>
          </p:cNvSpPr>
          <p:nvPr>
            <p:ph type="pic" idx="17"/>
          </p:nvPr>
        </p:nvSpPr>
        <p:spPr>
          <a:xfrm>
            <a:off x="8181729" y="1367317"/>
            <a:ext cx="3520020" cy="1750458"/>
          </a:xfrm>
        </p:spPr>
        <p:txBody>
          <a:bodyPr>
            <a:normAutofit/>
          </a:bodyPr>
          <a:lstStyle>
            <a:lvl1pPr marL="0" indent="0">
              <a:buNone/>
              <a:defRPr sz="20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14" name="Text Placeholder 3">
            <a:extLst>
              <a:ext uri="{FF2B5EF4-FFF2-40B4-BE49-F238E27FC236}">
                <a16:creationId xmlns:a16="http://schemas.microsoft.com/office/drawing/2014/main" id="{6B04B79A-B4BD-0306-3D46-D570E1F51CA6}"/>
              </a:ext>
            </a:extLst>
          </p:cNvPr>
          <p:cNvSpPr>
            <a:spLocks noGrp="1"/>
          </p:cNvSpPr>
          <p:nvPr>
            <p:ph type="body" sz="half" idx="18"/>
          </p:nvPr>
        </p:nvSpPr>
        <p:spPr>
          <a:xfrm>
            <a:off x="4303332" y="3253121"/>
            <a:ext cx="3541792" cy="36576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15" name="Text Placeholder 3">
            <a:extLst>
              <a:ext uri="{FF2B5EF4-FFF2-40B4-BE49-F238E27FC236}">
                <a16:creationId xmlns:a16="http://schemas.microsoft.com/office/drawing/2014/main" id="{450B4796-C4B7-C272-5ADD-7D6C896B703E}"/>
              </a:ext>
            </a:extLst>
          </p:cNvPr>
          <p:cNvSpPr>
            <a:spLocks noGrp="1"/>
          </p:cNvSpPr>
          <p:nvPr>
            <p:ph type="body" sz="half" idx="19"/>
          </p:nvPr>
        </p:nvSpPr>
        <p:spPr>
          <a:xfrm>
            <a:off x="8181729" y="3253121"/>
            <a:ext cx="3541792" cy="36576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22" name="Text Placeholder 3">
            <a:extLst>
              <a:ext uri="{FF2B5EF4-FFF2-40B4-BE49-F238E27FC236}">
                <a16:creationId xmlns:a16="http://schemas.microsoft.com/office/drawing/2014/main" id="{4633AE4D-056F-FC97-1F10-877F247AB319}"/>
              </a:ext>
            </a:extLst>
          </p:cNvPr>
          <p:cNvSpPr>
            <a:spLocks noGrp="1"/>
          </p:cNvSpPr>
          <p:nvPr>
            <p:ph type="body" sz="half" idx="20"/>
          </p:nvPr>
        </p:nvSpPr>
        <p:spPr>
          <a:xfrm>
            <a:off x="413656" y="5656648"/>
            <a:ext cx="3541792" cy="36576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23" name="Picture Placeholder 2">
            <a:extLst>
              <a:ext uri="{FF2B5EF4-FFF2-40B4-BE49-F238E27FC236}">
                <a16:creationId xmlns:a16="http://schemas.microsoft.com/office/drawing/2014/main" id="{19716662-3C77-F831-E45C-F9EA49810F58}"/>
              </a:ext>
            </a:extLst>
          </p:cNvPr>
          <p:cNvSpPr>
            <a:spLocks noGrp="1"/>
          </p:cNvSpPr>
          <p:nvPr>
            <p:ph type="pic" idx="21"/>
          </p:nvPr>
        </p:nvSpPr>
        <p:spPr>
          <a:xfrm>
            <a:off x="435428" y="3770844"/>
            <a:ext cx="3520020" cy="1750458"/>
          </a:xfrm>
        </p:spPr>
        <p:txBody>
          <a:bodyPr>
            <a:normAutofit/>
          </a:bodyPr>
          <a:lstStyle>
            <a:lvl1pPr marL="0" indent="0">
              <a:buNone/>
              <a:defRPr sz="20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24" name="Picture Placeholder 2">
            <a:extLst>
              <a:ext uri="{FF2B5EF4-FFF2-40B4-BE49-F238E27FC236}">
                <a16:creationId xmlns:a16="http://schemas.microsoft.com/office/drawing/2014/main" id="{1ED1A14F-5E0D-476E-9C60-BD987EFC4940}"/>
              </a:ext>
            </a:extLst>
          </p:cNvPr>
          <p:cNvSpPr>
            <a:spLocks noGrp="1"/>
          </p:cNvSpPr>
          <p:nvPr>
            <p:ph type="pic" idx="22"/>
          </p:nvPr>
        </p:nvSpPr>
        <p:spPr>
          <a:xfrm>
            <a:off x="4303332" y="3770844"/>
            <a:ext cx="3520020" cy="1750458"/>
          </a:xfrm>
        </p:spPr>
        <p:txBody>
          <a:bodyPr>
            <a:normAutofit/>
          </a:bodyPr>
          <a:lstStyle>
            <a:lvl1pPr marL="0" indent="0">
              <a:buNone/>
              <a:defRPr sz="20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25" name="Picture Placeholder 2">
            <a:extLst>
              <a:ext uri="{FF2B5EF4-FFF2-40B4-BE49-F238E27FC236}">
                <a16:creationId xmlns:a16="http://schemas.microsoft.com/office/drawing/2014/main" id="{A0003A4C-26CB-DD7F-0B22-024AFB58DC67}"/>
              </a:ext>
            </a:extLst>
          </p:cNvPr>
          <p:cNvSpPr>
            <a:spLocks noGrp="1"/>
          </p:cNvSpPr>
          <p:nvPr>
            <p:ph type="pic" idx="23"/>
          </p:nvPr>
        </p:nvSpPr>
        <p:spPr>
          <a:xfrm>
            <a:off x="8193008" y="3770844"/>
            <a:ext cx="3520020" cy="1750458"/>
          </a:xfrm>
        </p:spPr>
        <p:txBody>
          <a:bodyPr>
            <a:normAutofit/>
          </a:bodyPr>
          <a:lstStyle>
            <a:lvl1pPr marL="0" indent="0">
              <a:buNone/>
              <a:defRPr sz="20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26" name="Text Placeholder 3">
            <a:extLst>
              <a:ext uri="{FF2B5EF4-FFF2-40B4-BE49-F238E27FC236}">
                <a16:creationId xmlns:a16="http://schemas.microsoft.com/office/drawing/2014/main" id="{08CE8D58-56A2-6AE5-AB18-C53F4134DD88}"/>
              </a:ext>
            </a:extLst>
          </p:cNvPr>
          <p:cNvSpPr>
            <a:spLocks noGrp="1"/>
          </p:cNvSpPr>
          <p:nvPr>
            <p:ph type="body" sz="half" idx="24"/>
          </p:nvPr>
        </p:nvSpPr>
        <p:spPr>
          <a:xfrm>
            <a:off x="4281560" y="5656648"/>
            <a:ext cx="3541792" cy="36576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27" name="Text Placeholder 3">
            <a:extLst>
              <a:ext uri="{FF2B5EF4-FFF2-40B4-BE49-F238E27FC236}">
                <a16:creationId xmlns:a16="http://schemas.microsoft.com/office/drawing/2014/main" id="{7A4C2D1F-1A58-AC60-F606-B816E5F23FFF}"/>
              </a:ext>
            </a:extLst>
          </p:cNvPr>
          <p:cNvSpPr>
            <a:spLocks noGrp="1"/>
          </p:cNvSpPr>
          <p:nvPr>
            <p:ph type="body" sz="half" idx="25"/>
          </p:nvPr>
        </p:nvSpPr>
        <p:spPr>
          <a:xfrm>
            <a:off x="8193008" y="5656648"/>
            <a:ext cx="3541792" cy="36576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2" name="Footer Placeholder 1">
            <a:extLst>
              <a:ext uri="{FF2B5EF4-FFF2-40B4-BE49-F238E27FC236}">
                <a16:creationId xmlns:a16="http://schemas.microsoft.com/office/drawing/2014/main" id="{E0D3EBD5-219C-5B88-5FAA-E3535228FBDB}"/>
              </a:ext>
            </a:extLst>
          </p:cNvPr>
          <p:cNvSpPr>
            <a:spLocks noGrp="1"/>
          </p:cNvSpPr>
          <p:nvPr>
            <p:ph type="ftr" sz="quarter" idx="26"/>
          </p:nvPr>
        </p:nvSpPr>
        <p:spPr/>
        <p:txBody>
          <a:bodyPr/>
          <a:lstStyle/>
          <a:p>
            <a:pPr algn="r"/>
            <a:r>
              <a:rPr lang="en-US"/>
              <a:t>3/31/23            ‹#›</a:t>
            </a:r>
            <a:endParaRPr lang="en-US" dirty="0"/>
          </a:p>
        </p:txBody>
      </p:sp>
      <p:sp>
        <p:nvSpPr>
          <p:cNvPr id="3" name="Text Placeholder 13">
            <a:extLst>
              <a:ext uri="{FF2B5EF4-FFF2-40B4-BE49-F238E27FC236}">
                <a16:creationId xmlns:a16="http://schemas.microsoft.com/office/drawing/2014/main" id="{924D92CB-DB6C-EEE8-BDA7-E3D7B0643641}"/>
              </a:ext>
            </a:extLst>
          </p:cNvPr>
          <p:cNvSpPr>
            <a:spLocks noGrp="1"/>
          </p:cNvSpPr>
          <p:nvPr>
            <p:ph type="body" sz="quarter" idx="15" hasCustomPrompt="1"/>
          </p:nvPr>
        </p:nvSpPr>
        <p:spPr>
          <a:xfrm>
            <a:off x="457200" y="954291"/>
            <a:ext cx="11277600" cy="365760"/>
          </a:xfrm>
        </p:spPr>
        <p:txBody>
          <a:bodyPr>
            <a:noAutofit/>
          </a:bodyPr>
          <a:lstStyle>
            <a:lvl1pPr marL="0" indent="0" algn="l">
              <a:buNone/>
              <a:defRPr sz="2200" b="1" i="0" baseline="0">
                <a:solidFill>
                  <a:schemeClr val="accent4">
                    <a:lumMod val="65000"/>
                  </a:schemeClr>
                </a:solidFill>
                <a:latin typeface="Acumin Pro Condensed Semibold" panose="020B0506020202020204" pitchFamily="34" charset="77"/>
              </a:defRPr>
            </a:lvl1pPr>
          </a:lstStyle>
          <a:p>
            <a:pPr lvl="0"/>
            <a:r>
              <a:rPr lang="en-US" dirty="0"/>
              <a:t>Click to add subhead</a:t>
            </a:r>
          </a:p>
        </p:txBody>
      </p:sp>
      <p:pic>
        <p:nvPicPr>
          <p:cNvPr id="30" name="Picture 29">
            <a:extLst>
              <a:ext uri="{FF2B5EF4-FFF2-40B4-BE49-F238E27FC236}">
                <a16:creationId xmlns:a16="http://schemas.microsoft.com/office/drawing/2014/main" id="{BA7895A1-74AC-4A45-95B2-10B6DA3BB685}"/>
              </a:ext>
            </a:extLst>
          </p:cNvPr>
          <p:cNvPicPr>
            <a:picLocks noChangeAspect="1"/>
          </p:cNvPicPr>
          <p:nvPr userDrawn="1"/>
        </p:nvPicPr>
        <p:blipFill>
          <a:blip r:embed="rId2"/>
          <a:stretch>
            <a:fillRect/>
          </a:stretch>
        </p:blipFill>
        <p:spPr>
          <a:xfrm>
            <a:off x="437607" y="6218750"/>
            <a:ext cx="3362231" cy="356001"/>
          </a:xfrm>
          <a:prstGeom prst="rect">
            <a:avLst/>
          </a:prstGeom>
        </p:spPr>
      </p:pic>
    </p:spTree>
    <p:extLst>
      <p:ext uri="{BB962C8B-B14F-4D97-AF65-F5344CB8AC3E}">
        <p14:creationId xmlns:p14="http://schemas.microsoft.com/office/powerpoint/2010/main" val="2750330322"/>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Photo Collage">
    <p:spTree>
      <p:nvGrpSpPr>
        <p:cNvPr id="1" name=""/>
        <p:cNvGrpSpPr/>
        <p:nvPr/>
      </p:nvGrpSpPr>
      <p:grpSpPr>
        <a:xfrm>
          <a:off x="0" y="0"/>
          <a:ext cx="0" cy="0"/>
          <a:chOff x="0" y="0"/>
          <a:chExt cx="0" cy="0"/>
        </a:xfrm>
      </p:grpSpPr>
      <p:sp>
        <p:nvSpPr>
          <p:cNvPr id="14" name="Text Placeholder 13">
            <a:extLst>
              <a:ext uri="{FF2B5EF4-FFF2-40B4-BE49-F238E27FC236}">
                <a16:creationId xmlns:a16="http://schemas.microsoft.com/office/drawing/2014/main" id="{EEA1DABA-769B-1407-1BFC-75930C1DE70F}"/>
              </a:ext>
            </a:extLst>
          </p:cNvPr>
          <p:cNvSpPr>
            <a:spLocks noGrp="1"/>
          </p:cNvSpPr>
          <p:nvPr>
            <p:ph type="body" sz="quarter" idx="11" hasCustomPrompt="1"/>
          </p:nvPr>
        </p:nvSpPr>
        <p:spPr>
          <a:xfrm>
            <a:off x="457200" y="954291"/>
            <a:ext cx="11277600" cy="365760"/>
          </a:xfrm>
        </p:spPr>
        <p:txBody>
          <a:bodyPr>
            <a:noAutofit/>
          </a:bodyPr>
          <a:lstStyle>
            <a:lvl1pPr marL="0" indent="0" algn="l">
              <a:buNone/>
              <a:defRPr sz="2200" b="1" i="0" baseline="0">
                <a:solidFill>
                  <a:schemeClr val="accent4">
                    <a:lumMod val="65000"/>
                  </a:schemeClr>
                </a:solidFill>
                <a:latin typeface="Acumin Pro Condensed Semibold" panose="020B0506020202020204" pitchFamily="34" charset="77"/>
              </a:defRPr>
            </a:lvl1pPr>
          </a:lstStyle>
          <a:p>
            <a:pPr lvl="0"/>
            <a:r>
              <a:rPr lang="en-US" dirty="0"/>
              <a:t>Click to add subhead</a:t>
            </a:r>
          </a:p>
        </p:txBody>
      </p:sp>
      <p:sp>
        <p:nvSpPr>
          <p:cNvPr id="7" name="Title 6">
            <a:extLst>
              <a:ext uri="{FF2B5EF4-FFF2-40B4-BE49-F238E27FC236}">
                <a16:creationId xmlns:a16="http://schemas.microsoft.com/office/drawing/2014/main" id="{99AF8687-CA4E-66EB-17A8-BE41F3023085}"/>
              </a:ext>
            </a:extLst>
          </p:cNvPr>
          <p:cNvSpPr>
            <a:spLocks noGrp="1"/>
          </p:cNvSpPr>
          <p:nvPr>
            <p:ph type="title"/>
          </p:nvPr>
        </p:nvSpPr>
        <p:spPr/>
        <p:txBody>
          <a:bodyPr/>
          <a:lstStyle/>
          <a:p>
            <a:r>
              <a:rPr lang="en-US"/>
              <a:t>Click to edit Master title style</a:t>
            </a:r>
          </a:p>
        </p:txBody>
      </p:sp>
      <p:sp>
        <p:nvSpPr>
          <p:cNvPr id="2" name="Picture Placeholder 2">
            <a:extLst>
              <a:ext uri="{FF2B5EF4-FFF2-40B4-BE49-F238E27FC236}">
                <a16:creationId xmlns:a16="http://schemas.microsoft.com/office/drawing/2014/main" id="{EC508144-F984-C37C-90F6-AA8C545F3DA9}"/>
              </a:ext>
            </a:extLst>
          </p:cNvPr>
          <p:cNvSpPr>
            <a:spLocks noGrp="1"/>
          </p:cNvSpPr>
          <p:nvPr>
            <p:ph type="pic" idx="1"/>
          </p:nvPr>
        </p:nvSpPr>
        <p:spPr>
          <a:xfrm>
            <a:off x="446314" y="1542762"/>
            <a:ext cx="2611015" cy="1885677"/>
          </a:xfrm>
        </p:spPr>
        <p:txBody>
          <a:bodyPr>
            <a:normAutofit/>
          </a:bodyPr>
          <a:lstStyle>
            <a:lvl1pPr marL="0" indent="0">
              <a:buNone/>
              <a:defRPr sz="20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3" name="Picture Placeholder 2">
            <a:extLst>
              <a:ext uri="{FF2B5EF4-FFF2-40B4-BE49-F238E27FC236}">
                <a16:creationId xmlns:a16="http://schemas.microsoft.com/office/drawing/2014/main" id="{35480D7F-9BE0-34B6-0080-2DFC58123F3E}"/>
              </a:ext>
            </a:extLst>
          </p:cNvPr>
          <p:cNvSpPr>
            <a:spLocks noGrp="1"/>
          </p:cNvSpPr>
          <p:nvPr>
            <p:ph type="pic" idx="14"/>
          </p:nvPr>
        </p:nvSpPr>
        <p:spPr>
          <a:xfrm>
            <a:off x="3344063" y="1542762"/>
            <a:ext cx="2605756" cy="1885677"/>
          </a:xfrm>
        </p:spPr>
        <p:txBody>
          <a:bodyPr>
            <a:normAutofit/>
          </a:bodyPr>
          <a:lstStyle>
            <a:lvl1pPr marL="0" indent="0">
              <a:buNone/>
              <a:defRPr sz="20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9" name="Picture Placeholder 2">
            <a:extLst>
              <a:ext uri="{FF2B5EF4-FFF2-40B4-BE49-F238E27FC236}">
                <a16:creationId xmlns:a16="http://schemas.microsoft.com/office/drawing/2014/main" id="{5D5694FC-6767-0363-8F8C-4C8AEA0C5DCC}"/>
              </a:ext>
            </a:extLst>
          </p:cNvPr>
          <p:cNvSpPr>
            <a:spLocks noGrp="1"/>
          </p:cNvSpPr>
          <p:nvPr>
            <p:ph type="pic" idx="16"/>
          </p:nvPr>
        </p:nvSpPr>
        <p:spPr>
          <a:xfrm>
            <a:off x="6236553" y="1542762"/>
            <a:ext cx="2605756" cy="1885677"/>
          </a:xfrm>
        </p:spPr>
        <p:txBody>
          <a:bodyPr>
            <a:normAutofit/>
          </a:bodyPr>
          <a:lstStyle>
            <a:lvl1pPr marL="0" indent="0">
              <a:buNone/>
              <a:defRPr sz="20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11" name="Picture Placeholder 2">
            <a:extLst>
              <a:ext uri="{FF2B5EF4-FFF2-40B4-BE49-F238E27FC236}">
                <a16:creationId xmlns:a16="http://schemas.microsoft.com/office/drawing/2014/main" id="{6223A017-A902-92C1-8A99-7D45B08D860D}"/>
              </a:ext>
            </a:extLst>
          </p:cNvPr>
          <p:cNvSpPr>
            <a:spLocks noGrp="1"/>
          </p:cNvSpPr>
          <p:nvPr>
            <p:ph type="pic" idx="17"/>
          </p:nvPr>
        </p:nvSpPr>
        <p:spPr>
          <a:xfrm>
            <a:off x="9129043" y="1542762"/>
            <a:ext cx="2605756" cy="1885677"/>
          </a:xfrm>
        </p:spPr>
        <p:txBody>
          <a:bodyPr>
            <a:normAutofit/>
          </a:bodyPr>
          <a:lstStyle>
            <a:lvl1pPr marL="0" indent="0">
              <a:buNone/>
              <a:defRPr sz="20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15" name="Picture Placeholder 2">
            <a:extLst>
              <a:ext uri="{FF2B5EF4-FFF2-40B4-BE49-F238E27FC236}">
                <a16:creationId xmlns:a16="http://schemas.microsoft.com/office/drawing/2014/main" id="{FE352EAA-3DC6-450E-518D-B55638975ECE}"/>
              </a:ext>
            </a:extLst>
          </p:cNvPr>
          <p:cNvSpPr>
            <a:spLocks noGrp="1"/>
          </p:cNvSpPr>
          <p:nvPr>
            <p:ph type="pic" idx="18"/>
          </p:nvPr>
        </p:nvSpPr>
        <p:spPr>
          <a:xfrm>
            <a:off x="1843620" y="3651150"/>
            <a:ext cx="2611015" cy="1885677"/>
          </a:xfrm>
        </p:spPr>
        <p:txBody>
          <a:bodyPr>
            <a:normAutofit/>
          </a:bodyPr>
          <a:lstStyle>
            <a:lvl1pPr marL="0" indent="0">
              <a:buNone/>
              <a:defRPr sz="20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16" name="Picture Placeholder 2">
            <a:extLst>
              <a:ext uri="{FF2B5EF4-FFF2-40B4-BE49-F238E27FC236}">
                <a16:creationId xmlns:a16="http://schemas.microsoft.com/office/drawing/2014/main" id="{1E5E3807-051E-4D4B-1143-A6B4BDDBB5D8}"/>
              </a:ext>
            </a:extLst>
          </p:cNvPr>
          <p:cNvSpPr>
            <a:spLocks noGrp="1"/>
          </p:cNvSpPr>
          <p:nvPr>
            <p:ph type="pic" idx="19"/>
          </p:nvPr>
        </p:nvSpPr>
        <p:spPr>
          <a:xfrm>
            <a:off x="4741369" y="3651150"/>
            <a:ext cx="2605756" cy="1885677"/>
          </a:xfrm>
        </p:spPr>
        <p:txBody>
          <a:bodyPr>
            <a:normAutofit/>
          </a:bodyPr>
          <a:lstStyle>
            <a:lvl1pPr marL="0" indent="0">
              <a:buNone/>
              <a:defRPr sz="20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17" name="Picture Placeholder 2">
            <a:extLst>
              <a:ext uri="{FF2B5EF4-FFF2-40B4-BE49-F238E27FC236}">
                <a16:creationId xmlns:a16="http://schemas.microsoft.com/office/drawing/2014/main" id="{9659EF4B-6B57-DE2A-B33A-D60A659CFE6D}"/>
              </a:ext>
            </a:extLst>
          </p:cNvPr>
          <p:cNvSpPr>
            <a:spLocks noGrp="1"/>
          </p:cNvSpPr>
          <p:nvPr>
            <p:ph type="pic" idx="20"/>
          </p:nvPr>
        </p:nvSpPr>
        <p:spPr>
          <a:xfrm>
            <a:off x="7633859" y="3651150"/>
            <a:ext cx="2605756" cy="1885677"/>
          </a:xfrm>
        </p:spPr>
        <p:txBody>
          <a:bodyPr>
            <a:normAutofit/>
          </a:bodyPr>
          <a:lstStyle>
            <a:lvl1pPr marL="0" indent="0">
              <a:buNone/>
              <a:defRPr sz="20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19" name="Footer Placeholder 18">
            <a:extLst>
              <a:ext uri="{FF2B5EF4-FFF2-40B4-BE49-F238E27FC236}">
                <a16:creationId xmlns:a16="http://schemas.microsoft.com/office/drawing/2014/main" id="{0B1371B0-95CE-4462-18BB-F77CBC19BF86}"/>
              </a:ext>
            </a:extLst>
          </p:cNvPr>
          <p:cNvSpPr>
            <a:spLocks noGrp="1"/>
          </p:cNvSpPr>
          <p:nvPr>
            <p:ph type="ftr" sz="quarter" idx="21"/>
          </p:nvPr>
        </p:nvSpPr>
        <p:spPr/>
        <p:txBody>
          <a:bodyPr/>
          <a:lstStyle/>
          <a:p>
            <a:pPr algn="r"/>
            <a:r>
              <a:rPr lang="en-US"/>
              <a:t>3/31/23            ‹#›</a:t>
            </a:r>
            <a:endParaRPr lang="en-US" dirty="0"/>
          </a:p>
        </p:txBody>
      </p:sp>
      <p:pic>
        <p:nvPicPr>
          <p:cNvPr id="24" name="Picture 23">
            <a:extLst>
              <a:ext uri="{FF2B5EF4-FFF2-40B4-BE49-F238E27FC236}">
                <a16:creationId xmlns:a16="http://schemas.microsoft.com/office/drawing/2014/main" id="{92DA3F47-456E-9E4F-B886-83557C15F532}"/>
              </a:ext>
            </a:extLst>
          </p:cNvPr>
          <p:cNvPicPr>
            <a:picLocks noChangeAspect="1"/>
          </p:cNvPicPr>
          <p:nvPr userDrawn="1"/>
        </p:nvPicPr>
        <p:blipFill>
          <a:blip r:embed="rId2"/>
          <a:stretch>
            <a:fillRect/>
          </a:stretch>
        </p:blipFill>
        <p:spPr>
          <a:xfrm>
            <a:off x="437607" y="6218750"/>
            <a:ext cx="3362231" cy="356001"/>
          </a:xfrm>
          <a:prstGeom prst="rect">
            <a:avLst/>
          </a:prstGeom>
        </p:spPr>
      </p:pic>
    </p:spTree>
    <p:extLst>
      <p:ext uri="{BB962C8B-B14F-4D97-AF65-F5344CB8AC3E}">
        <p14:creationId xmlns:p14="http://schemas.microsoft.com/office/powerpoint/2010/main" val="1689313171"/>
      </p:ext>
    </p:extLst>
  </p:cSld>
  <p:clrMapOvr>
    <a:masterClrMapping/>
  </p:clrMapOvr>
  <p:extLst>
    <p:ext uri="{DCECCB84-F9BA-43D5-87BE-67443E8EF086}">
      <p15:sldGuideLst xmlns:p15="http://schemas.microsoft.com/office/powerpoint/2012/main"/>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Chart with 2 Photos">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5F2E1BF6-9F66-A119-6E10-5D16400A750A}"/>
              </a:ext>
            </a:extLst>
          </p:cNvPr>
          <p:cNvSpPr>
            <a:spLocks noGrp="1"/>
          </p:cNvSpPr>
          <p:nvPr>
            <p:ph type="pic" idx="1"/>
          </p:nvPr>
        </p:nvSpPr>
        <p:spPr>
          <a:xfrm>
            <a:off x="6521986" y="1643073"/>
            <a:ext cx="5212813" cy="2055591"/>
          </a:xfrm>
        </p:spPr>
        <p:txBody>
          <a:bodyPr>
            <a:normAutofit/>
          </a:bodyPr>
          <a:lstStyle>
            <a:lvl1pPr marL="0" indent="0">
              <a:buNone/>
              <a:defRPr sz="20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5" name="Title 4">
            <a:extLst>
              <a:ext uri="{FF2B5EF4-FFF2-40B4-BE49-F238E27FC236}">
                <a16:creationId xmlns:a16="http://schemas.microsoft.com/office/drawing/2014/main" id="{B3D45392-3CD8-B80C-F2B3-4B45BA45F3B0}"/>
              </a:ext>
            </a:extLst>
          </p:cNvPr>
          <p:cNvSpPr>
            <a:spLocks noGrp="1"/>
          </p:cNvSpPr>
          <p:nvPr>
            <p:ph type="title"/>
          </p:nvPr>
        </p:nvSpPr>
        <p:spPr/>
        <p:txBody>
          <a:bodyPr/>
          <a:lstStyle/>
          <a:p>
            <a:r>
              <a:rPr lang="en-US"/>
              <a:t>Click to edit Master title style</a:t>
            </a:r>
          </a:p>
        </p:txBody>
      </p:sp>
      <p:sp>
        <p:nvSpPr>
          <p:cNvPr id="10" name="Picture Placeholder 2">
            <a:extLst>
              <a:ext uri="{FF2B5EF4-FFF2-40B4-BE49-F238E27FC236}">
                <a16:creationId xmlns:a16="http://schemas.microsoft.com/office/drawing/2014/main" id="{0492B2E6-F25A-DAD4-50C4-028EE4F9F201}"/>
              </a:ext>
            </a:extLst>
          </p:cNvPr>
          <p:cNvSpPr>
            <a:spLocks noGrp="1"/>
          </p:cNvSpPr>
          <p:nvPr>
            <p:ph type="pic" idx="13"/>
          </p:nvPr>
        </p:nvSpPr>
        <p:spPr>
          <a:xfrm>
            <a:off x="6521986" y="3884037"/>
            <a:ext cx="5212813" cy="2055591"/>
          </a:xfrm>
        </p:spPr>
        <p:txBody>
          <a:bodyPr>
            <a:normAutofit/>
          </a:bodyPr>
          <a:lstStyle>
            <a:lvl1pPr marL="0" indent="0">
              <a:buNone/>
              <a:defRPr sz="20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12" name="Text Placeholder 13">
            <a:extLst>
              <a:ext uri="{FF2B5EF4-FFF2-40B4-BE49-F238E27FC236}">
                <a16:creationId xmlns:a16="http://schemas.microsoft.com/office/drawing/2014/main" id="{6AB35901-94D3-C7C4-1CE7-B31E29C657CD}"/>
              </a:ext>
            </a:extLst>
          </p:cNvPr>
          <p:cNvSpPr>
            <a:spLocks noGrp="1"/>
          </p:cNvSpPr>
          <p:nvPr>
            <p:ph type="body" sz="quarter" idx="15" hasCustomPrompt="1"/>
          </p:nvPr>
        </p:nvSpPr>
        <p:spPr>
          <a:xfrm>
            <a:off x="457200" y="954291"/>
            <a:ext cx="11277600" cy="365760"/>
          </a:xfrm>
        </p:spPr>
        <p:txBody>
          <a:bodyPr>
            <a:noAutofit/>
          </a:bodyPr>
          <a:lstStyle>
            <a:lvl1pPr marL="0" indent="0" algn="l">
              <a:buNone/>
              <a:defRPr sz="2200" b="1" i="0" baseline="0">
                <a:solidFill>
                  <a:schemeClr val="accent4">
                    <a:lumMod val="65000"/>
                  </a:schemeClr>
                </a:solidFill>
                <a:latin typeface="Acumin Pro Condensed Semibold" panose="020B0506020202020204" pitchFamily="34" charset="77"/>
              </a:defRPr>
            </a:lvl1pPr>
          </a:lstStyle>
          <a:p>
            <a:pPr lvl="0"/>
            <a:r>
              <a:rPr lang="en-US" dirty="0"/>
              <a:t>Click to add subhead</a:t>
            </a:r>
          </a:p>
        </p:txBody>
      </p:sp>
      <p:sp>
        <p:nvSpPr>
          <p:cNvPr id="2" name="Content Placeholder 2">
            <a:extLst>
              <a:ext uri="{FF2B5EF4-FFF2-40B4-BE49-F238E27FC236}">
                <a16:creationId xmlns:a16="http://schemas.microsoft.com/office/drawing/2014/main" id="{DC2C5294-0EFC-A3EC-D994-11DDCFE70D67}"/>
              </a:ext>
            </a:extLst>
          </p:cNvPr>
          <p:cNvSpPr>
            <a:spLocks noGrp="1"/>
          </p:cNvSpPr>
          <p:nvPr>
            <p:ph idx="18"/>
          </p:nvPr>
        </p:nvSpPr>
        <p:spPr>
          <a:xfrm>
            <a:off x="446315" y="1643073"/>
            <a:ext cx="5745165" cy="4307571"/>
          </a:xfrm>
        </p:spPr>
        <p:txBody>
          <a:bodyPr>
            <a:normAutofit/>
          </a:bodyPr>
          <a:lstStyle>
            <a:lvl1pPr>
              <a:defRPr sz="2000"/>
            </a:lvl1pPr>
            <a:lvl2pPr>
              <a:defRPr sz="1800"/>
            </a:lvl2pPr>
            <a:lvl3pPr>
              <a:defRPr sz="1800"/>
            </a:lvl3pPr>
            <a:lvl4pPr>
              <a:defRPr sz="1500"/>
            </a:lvl4pPr>
            <a:lvl5pPr>
              <a:defRPr sz="14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Rectangle 5">
            <a:extLst>
              <a:ext uri="{FF2B5EF4-FFF2-40B4-BE49-F238E27FC236}">
                <a16:creationId xmlns:a16="http://schemas.microsoft.com/office/drawing/2014/main" id="{467A134D-7A3A-AD4B-91DF-57347E308706}"/>
              </a:ext>
            </a:extLst>
          </p:cNvPr>
          <p:cNvSpPr/>
          <p:nvPr userDrawn="1"/>
        </p:nvSpPr>
        <p:spPr>
          <a:xfrm>
            <a:off x="6521986" y="3395949"/>
            <a:ext cx="5212813" cy="302715"/>
          </a:xfrm>
          <a:prstGeom prst="rect">
            <a:avLst/>
          </a:prstGeom>
          <a:solidFill>
            <a:schemeClr val="accent1"/>
          </a:solidFill>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8" name="Text Placeholder 3">
            <a:extLst>
              <a:ext uri="{FF2B5EF4-FFF2-40B4-BE49-F238E27FC236}">
                <a16:creationId xmlns:a16="http://schemas.microsoft.com/office/drawing/2014/main" id="{4581B053-21C8-C0AD-58C7-637A6315D1B2}"/>
              </a:ext>
            </a:extLst>
          </p:cNvPr>
          <p:cNvSpPr>
            <a:spLocks noGrp="1"/>
          </p:cNvSpPr>
          <p:nvPr>
            <p:ph type="body" sz="half" idx="2"/>
          </p:nvPr>
        </p:nvSpPr>
        <p:spPr>
          <a:xfrm>
            <a:off x="6521726" y="3395949"/>
            <a:ext cx="5212943" cy="302715"/>
          </a:xfrm>
        </p:spPr>
        <p:txBody>
          <a:bodyPr>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17" name="Rectangle 16">
            <a:extLst>
              <a:ext uri="{FF2B5EF4-FFF2-40B4-BE49-F238E27FC236}">
                <a16:creationId xmlns:a16="http://schemas.microsoft.com/office/drawing/2014/main" id="{D8B2033E-9DB9-9A2B-D4C5-6D8960838D22}"/>
              </a:ext>
            </a:extLst>
          </p:cNvPr>
          <p:cNvSpPr/>
          <p:nvPr userDrawn="1"/>
        </p:nvSpPr>
        <p:spPr>
          <a:xfrm>
            <a:off x="6521856" y="5636913"/>
            <a:ext cx="5212813" cy="302715"/>
          </a:xfrm>
          <a:prstGeom prst="rect">
            <a:avLst/>
          </a:prstGeom>
          <a:solidFill>
            <a:schemeClr val="accent1"/>
          </a:solidFill>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18" name="Text Placeholder 3">
            <a:extLst>
              <a:ext uri="{FF2B5EF4-FFF2-40B4-BE49-F238E27FC236}">
                <a16:creationId xmlns:a16="http://schemas.microsoft.com/office/drawing/2014/main" id="{F02FFCFA-A84F-7535-4A5F-29A5FC646063}"/>
              </a:ext>
            </a:extLst>
          </p:cNvPr>
          <p:cNvSpPr>
            <a:spLocks noGrp="1"/>
          </p:cNvSpPr>
          <p:nvPr>
            <p:ph type="body" sz="half" idx="19"/>
          </p:nvPr>
        </p:nvSpPr>
        <p:spPr>
          <a:xfrm>
            <a:off x="6521726" y="5636913"/>
            <a:ext cx="5212813" cy="302715"/>
          </a:xfrm>
        </p:spPr>
        <p:txBody>
          <a:bodyPr>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20" name="Footer Placeholder 19">
            <a:extLst>
              <a:ext uri="{FF2B5EF4-FFF2-40B4-BE49-F238E27FC236}">
                <a16:creationId xmlns:a16="http://schemas.microsoft.com/office/drawing/2014/main" id="{2785C5DB-355E-CD09-6EF5-58F892E8FB6F}"/>
              </a:ext>
            </a:extLst>
          </p:cNvPr>
          <p:cNvSpPr>
            <a:spLocks noGrp="1"/>
          </p:cNvSpPr>
          <p:nvPr>
            <p:ph type="ftr" sz="quarter" idx="20"/>
          </p:nvPr>
        </p:nvSpPr>
        <p:spPr/>
        <p:txBody>
          <a:bodyPr/>
          <a:lstStyle/>
          <a:p>
            <a:pPr algn="r"/>
            <a:r>
              <a:rPr lang="en-US"/>
              <a:t>3/31/23            </a:t>
            </a:r>
            <a:fld id="{2D8F9ACA-D6C0-E54C-B1B8-E9196C9CD104}" type="slidenum">
              <a:rPr lang="en-US" smtClean="0"/>
              <a:pPr algn="r"/>
              <a:t>‹#›</a:t>
            </a:fld>
            <a:endParaRPr lang="en-US" dirty="0"/>
          </a:p>
        </p:txBody>
      </p:sp>
      <p:pic>
        <p:nvPicPr>
          <p:cNvPr id="22" name="Picture 21">
            <a:extLst>
              <a:ext uri="{FF2B5EF4-FFF2-40B4-BE49-F238E27FC236}">
                <a16:creationId xmlns:a16="http://schemas.microsoft.com/office/drawing/2014/main" id="{BCA8C401-C8E4-754B-B3A5-3E09556710C0}"/>
              </a:ext>
            </a:extLst>
          </p:cNvPr>
          <p:cNvPicPr>
            <a:picLocks noChangeAspect="1"/>
          </p:cNvPicPr>
          <p:nvPr userDrawn="1"/>
        </p:nvPicPr>
        <p:blipFill>
          <a:blip r:embed="rId2"/>
          <a:stretch>
            <a:fillRect/>
          </a:stretch>
        </p:blipFill>
        <p:spPr>
          <a:xfrm>
            <a:off x="437607" y="6218750"/>
            <a:ext cx="3362231" cy="356001"/>
          </a:xfrm>
          <a:prstGeom prst="rect">
            <a:avLst/>
          </a:prstGeom>
        </p:spPr>
      </p:pic>
    </p:spTree>
    <p:extLst>
      <p:ext uri="{BB962C8B-B14F-4D97-AF65-F5344CB8AC3E}">
        <p14:creationId xmlns:p14="http://schemas.microsoft.com/office/powerpoint/2010/main" val="885527150"/>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Chart with 3 Photos">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5F2E1BF6-9F66-A119-6E10-5D16400A750A}"/>
              </a:ext>
            </a:extLst>
          </p:cNvPr>
          <p:cNvSpPr>
            <a:spLocks noGrp="1"/>
          </p:cNvSpPr>
          <p:nvPr>
            <p:ph type="pic" idx="1"/>
          </p:nvPr>
        </p:nvSpPr>
        <p:spPr>
          <a:xfrm>
            <a:off x="6521986" y="1643073"/>
            <a:ext cx="5212813" cy="2055591"/>
          </a:xfrm>
        </p:spPr>
        <p:txBody>
          <a:bodyPr>
            <a:normAutofit/>
          </a:bodyPr>
          <a:lstStyle>
            <a:lvl1pPr marL="0" indent="0">
              <a:buNone/>
              <a:defRPr sz="20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5" name="Title 4">
            <a:extLst>
              <a:ext uri="{FF2B5EF4-FFF2-40B4-BE49-F238E27FC236}">
                <a16:creationId xmlns:a16="http://schemas.microsoft.com/office/drawing/2014/main" id="{B3D45392-3CD8-B80C-F2B3-4B45BA45F3B0}"/>
              </a:ext>
            </a:extLst>
          </p:cNvPr>
          <p:cNvSpPr>
            <a:spLocks noGrp="1"/>
          </p:cNvSpPr>
          <p:nvPr>
            <p:ph type="title"/>
          </p:nvPr>
        </p:nvSpPr>
        <p:spPr/>
        <p:txBody>
          <a:bodyPr/>
          <a:lstStyle/>
          <a:p>
            <a:r>
              <a:rPr lang="en-US"/>
              <a:t>Click to edit Master title style</a:t>
            </a:r>
          </a:p>
        </p:txBody>
      </p:sp>
      <p:sp>
        <p:nvSpPr>
          <p:cNvPr id="10" name="Picture Placeholder 2">
            <a:extLst>
              <a:ext uri="{FF2B5EF4-FFF2-40B4-BE49-F238E27FC236}">
                <a16:creationId xmlns:a16="http://schemas.microsoft.com/office/drawing/2014/main" id="{0492B2E6-F25A-DAD4-50C4-028EE4F9F201}"/>
              </a:ext>
            </a:extLst>
          </p:cNvPr>
          <p:cNvSpPr>
            <a:spLocks noGrp="1"/>
          </p:cNvSpPr>
          <p:nvPr>
            <p:ph type="pic" idx="13"/>
          </p:nvPr>
        </p:nvSpPr>
        <p:spPr>
          <a:xfrm>
            <a:off x="9287219" y="3884037"/>
            <a:ext cx="2447580" cy="2055591"/>
          </a:xfrm>
        </p:spPr>
        <p:txBody>
          <a:bodyPr>
            <a:normAutofit/>
          </a:bodyPr>
          <a:lstStyle>
            <a:lvl1pPr marL="0" indent="0">
              <a:buNone/>
              <a:defRPr sz="20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11" name="Picture Placeholder 2">
            <a:extLst>
              <a:ext uri="{FF2B5EF4-FFF2-40B4-BE49-F238E27FC236}">
                <a16:creationId xmlns:a16="http://schemas.microsoft.com/office/drawing/2014/main" id="{E4F1D849-D57F-29CA-A61A-410807726101}"/>
              </a:ext>
            </a:extLst>
          </p:cNvPr>
          <p:cNvSpPr>
            <a:spLocks noGrp="1"/>
          </p:cNvSpPr>
          <p:nvPr>
            <p:ph type="pic" idx="14"/>
          </p:nvPr>
        </p:nvSpPr>
        <p:spPr>
          <a:xfrm>
            <a:off x="6521986" y="3879120"/>
            <a:ext cx="2528916" cy="2055592"/>
          </a:xfrm>
        </p:spPr>
        <p:txBody>
          <a:bodyPr>
            <a:normAutofit/>
          </a:bodyPr>
          <a:lstStyle>
            <a:lvl1pPr marL="0" indent="0">
              <a:buNone/>
              <a:defRPr sz="20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12" name="Text Placeholder 13">
            <a:extLst>
              <a:ext uri="{FF2B5EF4-FFF2-40B4-BE49-F238E27FC236}">
                <a16:creationId xmlns:a16="http://schemas.microsoft.com/office/drawing/2014/main" id="{6AB35901-94D3-C7C4-1CE7-B31E29C657CD}"/>
              </a:ext>
            </a:extLst>
          </p:cNvPr>
          <p:cNvSpPr>
            <a:spLocks noGrp="1"/>
          </p:cNvSpPr>
          <p:nvPr>
            <p:ph type="body" sz="quarter" idx="15" hasCustomPrompt="1"/>
          </p:nvPr>
        </p:nvSpPr>
        <p:spPr>
          <a:xfrm>
            <a:off x="457200" y="954291"/>
            <a:ext cx="11277600" cy="365760"/>
          </a:xfrm>
        </p:spPr>
        <p:txBody>
          <a:bodyPr>
            <a:noAutofit/>
          </a:bodyPr>
          <a:lstStyle>
            <a:lvl1pPr marL="0" indent="0" algn="l">
              <a:buNone/>
              <a:defRPr sz="2200" b="1" i="0" baseline="0">
                <a:solidFill>
                  <a:schemeClr val="accent4">
                    <a:lumMod val="65000"/>
                  </a:schemeClr>
                </a:solidFill>
                <a:latin typeface="Acumin Pro Condensed Semibold" panose="020B0506020202020204" pitchFamily="34" charset="77"/>
              </a:defRPr>
            </a:lvl1pPr>
          </a:lstStyle>
          <a:p>
            <a:pPr lvl="0"/>
            <a:r>
              <a:rPr lang="en-US" dirty="0"/>
              <a:t>Click to add subhead</a:t>
            </a:r>
          </a:p>
        </p:txBody>
      </p:sp>
      <p:sp>
        <p:nvSpPr>
          <p:cNvPr id="2" name="Content Placeholder 2">
            <a:extLst>
              <a:ext uri="{FF2B5EF4-FFF2-40B4-BE49-F238E27FC236}">
                <a16:creationId xmlns:a16="http://schemas.microsoft.com/office/drawing/2014/main" id="{DC2C5294-0EFC-A3EC-D994-11DDCFE70D67}"/>
              </a:ext>
            </a:extLst>
          </p:cNvPr>
          <p:cNvSpPr>
            <a:spLocks noGrp="1"/>
          </p:cNvSpPr>
          <p:nvPr>
            <p:ph idx="18"/>
          </p:nvPr>
        </p:nvSpPr>
        <p:spPr>
          <a:xfrm>
            <a:off x="446315" y="1643073"/>
            <a:ext cx="5745165" cy="4307571"/>
          </a:xfrm>
        </p:spPr>
        <p:txBody>
          <a:bodyPr>
            <a:normAutofit/>
          </a:bodyPr>
          <a:lstStyle>
            <a:lvl1pPr>
              <a:defRPr sz="2000"/>
            </a:lvl1pPr>
            <a:lvl2pPr>
              <a:defRPr sz="1800"/>
            </a:lvl2pPr>
            <a:lvl3pPr>
              <a:defRPr sz="1800"/>
            </a:lvl3pPr>
            <a:lvl4pPr>
              <a:defRPr sz="1500"/>
            </a:lvl4pPr>
            <a:lvl5pPr>
              <a:defRPr sz="14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Rectangle 3">
            <a:extLst>
              <a:ext uri="{FF2B5EF4-FFF2-40B4-BE49-F238E27FC236}">
                <a16:creationId xmlns:a16="http://schemas.microsoft.com/office/drawing/2014/main" id="{ECAC4E08-5A51-BF4F-655E-4E54DD771548}"/>
              </a:ext>
            </a:extLst>
          </p:cNvPr>
          <p:cNvSpPr/>
          <p:nvPr userDrawn="1"/>
        </p:nvSpPr>
        <p:spPr>
          <a:xfrm>
            <a:off x="6521986" y="3395949"/>
            <a:ext cx="5212813" cy="302715"/>
          </a:xfrm>
          <a:prstGeom prst="rect">
            <a:avLst/>
          </a:prstGeom>
          <a:solidFill>
            <a:schemeClr val="accent1"/>
          </a:solidFill>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6" name="Text Placeholder 3">
            <a:extLst>
              <a:ext uri="{FF2B5EF4-FFF2-40B4-BE49-F238E27FC236}">
                <a16:creationId xmlns:a16="http://schemas.microsoft.com/office/drawing/2014/main" id="{27D80C23-74F3-F853-02BF-83C743039F6E}"/>
              </a:ext>
            </a:extLst>
          </p:cNvPr>
          <p:cNvSpPr>
            <a:spLocks noGrp="1"/>
          </p:cNvSpPr>
          <p:nvPr>
            <p:ph type="body" sz="half" idx="2"/>
          </p:nvPr>
        </p:nvSpPr>
        <p:spPr>
          <a:xfrm>
            <a:off x="6571823" y="3395949"/>
            <a:ext cx="5162846" cy="302715"/>
          </a:xfrm>
        </p:spPr>
        <p:txBody>
          <a:bodyPr>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7" name="Rectangle 6">
            <a:extLst>
              <a:ext uri="{FF2B5EF4-FFF2-40B4-BE49-F238E27FC236}">
                <a16:creationId xmlns:a16="http://schemas.microsoft.com/office/drawing/2014/main" id="{F8F22EB8-4EFD-86A4-8EB8-8A4F1A1AA2DF}"/>
              </a:ext>
            </a:extLst>
          </p:cNvPr>
          <p:cNvSpPr/>
          <p:nvPr userDrawn="1"/>
        </p:nvSpPr>
        <p:spPr>
          <a:xfrm>
            <a:off x="6512818" y="5631997"/>
            <a:ext cx="2512330" cy="302715"/>
          </a:xfrm>
          <a:prstGeom prst="rect">
            <a:avLst/>
          </a:prstGeom>
          <a:solidFill>
            <a:schemeClr val="accent1"/>
          </a:solidFill>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8" name="Text Placeholder 3">
            <a:extLst>
              <a:ext uri="{FF2B5EF4-FFF2-40B4-BE49-F238E27FC236}">
                <a16:creationId xmlns:a16="http://schemas.microsoft.com/office/drawing/2014/main" id="{66A4B2AA-E0AE-18DD-BAA3-AF2A9CA6987A}"/>
              </a:ext>
            </a:extLst>
          </p:cNvPr>
          <p:cNvSpPr>
            <a:spLocks noGrp="1"/>
          </p:cNvSpPr>
          <p:nvPr>
            <p:ph type="body" sz="half" idx="19"/>
          </p:nvPr>
        </p:nvSpPr>
        <p:spPr>
          <a:xfrm>
            <a:off x="6562654" y="5631997"/>
            <a:ext cx="2488248" cy="302715"/>
          </a:xfrm>
        </p:spPr>
        <p:txBody>
          <a:bodyPr>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15" name="Rectangle 14">
            <a:extLst>
              <a:ext uri="{FF2B5EF4-FFF2-40B4-BE49-F238E27FC236}">
                <a16:creationId xmlns:a16="http://schemas.microsoft.com/office/drawing/2014/main" id="{E18B5CD1-FF93-2C9C-1BFF-73A3CE39E65D}"/>
              </a:ext>
            </a:extLst>
          </p:cNvPr>
          <p:cNvSpPr/>
          <p:nvPr userDrawn="1"/>
        </p:nvSpPr>
        <p:spPr>
          <a:xfrm>
            <a:off x="9287218" y="5641703"/>
            <a:ext cx="2431941" cy="302715"/>
          </a:xfrm>
          <a:prstGeom prst="rect">
            <a:avLst/>
          </a:prstGeom>
          <a:solidFill>
            <a:schemeClr val="accent1"/>
          </a:solidFill>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16" name="Text Placeholder 3">
            <a:extLst>
              <a:ext uri="{FF2B5EF4-FFF2-40B4-BE49-F238E27FC236}">
                <a16:creationId xmlns:a16="http://schemas.microsoft.com/office/drawing/2014/main" id="{C52272AC-9734-6D60-9441-B5E7B9E4E372}"/>
              </a:ext>
            </a:extLst>
          </p:cNvPr>
          <p:cNvSpPr>
            <a:spLocks noGrp="1"/>
          </p:cNvSpPr>
          <p:nvPr>
            <p:ph type="body" sz="half" idx="20"/>
          </p:nvPr>
        </p:nvSpPr>
        <p:spPr>
          <a:xfrm>
            <a:off x="9337055" y="5641703"/>
            <a:ext cx="2408630" cy="302715"/>
          </a:xfrm>
        </p:spPr>
        <p:txBody>
          <a:bodyPr>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18" name="Footer Placeholder 17">
            <a:extLst>
              <a:ext uri="{FF2B5EF4-FFF2-40B4-BE49-F238E27FC236}">
                <a16:creationId xmlns:a16="http://schemas.microsoft.com/office/drawing/2014/main" id="{BE9F3313-6532-97CE-1E0D-3A21EA40A39C}"/>
              </a:ext>
            </a:extLst>
          </p:cNvPr>
          <p:cNvSpPr>
            <a:spLocks noGrp="1"/>
          </p:cNvSpPr>
          <p:nvPr>
            <p:ph type="ftr" sz="quarter" idx="21"/>
          </p:nvPr>
        </p:nvSpPr>
        <p:spPr/>
        <p:txBody>
          <a:bodyPr/>
          <a:lstStyle/>
          <a:p>
            <a:pPr algn="r"/>
            <a:r>
              <a:rPr lang="en-US"/>
              <a:t>3/31/23            </a:t>
            </a:r>
            <a:fld id="{2D8F9ACA-D6C0-E54C-B1B8-E9196C9CD104}" type="slidenum">
              <a:rPr lang="en-US" smtClean="0"/>
              <a:pPr algn="r"/>
              <a:t>‹#›</a:t>
            </a:fld>
            <a:endParaRPr lang="en-US" dirty="0"/>
          </a:p>
        </p:txBody>
      </p:sp>
      <p:pic>
        <p:nvPicPr>
          <p:cNvPr id="24" name="Picture 23">
            <a:extLst>
              <a:ext uri="{FF2B5EF4-FFF2-40B4-BE49-F238E27FC236}">
                <a16:creationId xmlns:a16="http://schemas.microsoft.com/office/drawing/2014/main" id="{11D2BA07-7CB8-E14F-8E24-3DAFEB3C7367}"/>
              </a:ext>
            </a:extLst>
          </p:cNvPr>
          <p:cNvPicPr>
            <a:picLocks noChangeAspect="1"/>
          </p:cNvPicPr>
          <p:nvPr userDrawn="1"/>
        </p:nvPicPr>
        <p:blipFill>
          <a:blip r:embed="rId2"/>
          <a:stretch>
            <a:fillRect/>
          </a:stretch>
        </p:blipFill>
        <p:spPr>
          <a:xfrm>
            <a:off x="437607" y="6218750"/>
            <a:ext cx="3362231" cy="356001"/>
          </a:xfrm>
          <a:prstGeom prst="rect">
            <a:avLst/>
          </a:prstGeom>
        </p:spPr>
      </p:pic>
    </p:spTree>
    <p:extLst>
      <p:ext uri="{BB962C8B-B14F-4D97-AF65-F5344CB8AC3E}">
        <p14:creationId xmlns:p14="http://schemas.microsoft.com/office/powerpoint/2010/main" val="1703441832"/>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Comparison - 3 Blocks - Black">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D4CFF414-FA47-F7EC-7EFB-7073E26BB831}"/>
              </a:ext>
            </a:extLst>
          </p:cNvPr>
          <p:cNvSpPr/>
          <p:nvPr userDrawn="1"/>
        </p:nvSpPr>
        <p:spPr>
          <a:xfrm>
            <a:off x="7938475" y="1315894"/>
            <a:ext cx="3319531" cy="4513267"/>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713C0F4F-1E76-E3A4-E5AA-8FA79C7C69FB}"/>
              </a:ext>
            </a:extLst>
          </p:cNvPr>
          <p:cNvSpPr/>
          <p:nvPr userDrawn="1"/>
        </p:nvSpPr>
        <p:spPr>
          <a:xfrm>
            <a:off x="4420956" y="1315895"/>
            <a:ext cx="3319531" cy="4513267"/>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067105CB-DECE-0616-2A57-776784CFC1CB}"/>
              </a:ext>
            </a:extLst>
          </p:cNvPr>
          <p:cNvSpPr/>
          <p:nvPr userDrawn="1"/>
        </p:nvSpPr>
        <p:spPr>
          <a:xfrm>
            <a:off x="903437" y="1315896"/>
            <a:ext cx="3319531" cy="4513267"/>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dirty="0"/>
          </a:p>
        </p:txBody>
      </p:sp>
      <p:sp>
        <p:nvSpPr>
          <p:cNvPr id="7" name="Text Placeholder 6">
            <a:extLst>
              <a:ext uri="{FF2B5EF4-FFF2-40B4-BE49-F238E27FC236}">
                <a16:creationId xmlns:a16="http://schemas.microsoft.com/office/drawing/2014/main" id="{1813FE17-B697-FB87-4ED6-D832D798E901}"/>
              </a:ext>
            </a:extLst>
          </p:cNvPr>
          <p:cNvSpPr>
            <a:spLocks noGrp="1"/>
          </p:cNvSpPr>
          <p:nvPr>
            <p:ph type="body" sz="quarter" idx="10" hasCustomPrompt="1"/>
          </p:nvPr>
        </p:nvSpPr>
        <p:spPr>
          <a:xfrm>
            <a:off x="903506" y="1436468"/>
            <a:ext cx="3319462" cy="339561"/>
          </a:xfrm>
        </p:spPr>
        <p:txBody>
          <a:bodyPr>
            <a:noAutofit/>
          </a:bodyPr>
          <a:lstStyle>
            <a:lvl1pPr marL="0" indent="0" algn="ctr" fontAlgn="ctr">
              <a:spcBef>
                <a:spcPts val="0"/>
              </a:spcBef>
              <a:buFontTx/>
              <a:buNone/>
              <a:defRPr sz="1800" b="1" i="0" baseline="0">
                <a:solidFill>
                  <a:schemeClr val="bg1"/>
                </a:solidFill>
                <a:latin typeface="Acumin Pro Condensed Semibold" panose="020B0506020202020204" pitchFamily="34" charset="77"/>
              </a:defRPr>
            </a:lvl1pPr>
          </a:lstStyle>
          <a:p>
            <a:pPr lvl="0"/>
            <a:r>
              <a:rPr lang="en-US" dirty="0"/>
              <a:t>Click to edit Subhead</a:t>
            </a:r>
          </a:p>
        </p:txBody>
      </p:sp>
      <p:sp>
        <p:nvSpPr>
          <p:cNvPr id="11" name="Picture Placeholder 10">
            <a:extLst>
              <a:ext uri="{FF2B5EF4-FFF2-40B4-BE49-F238E27FC236}">
                <a16:creationId xmlns:a16="http://schemas.microsoft.com/office/drawing/2014/main" id="{8B65CB9D-AA49-05C2-2100-C63D32C82B85}"/>
              </a:ext>
            </a:extLst>
          </p:cNvPr>
          <p:cNvSpPr>
            <a:spLocks noGrp="1"/>
          </p:cNvSpPr>
          <p:nvPr>
            <p:ph type="pic" sz="quarter" idx="12"/>
          </p:nvPr>
        </p:nvSpPr>
        <p:spPr>
          <a:xfrm>
            <a:off x="1101943" y="4045824"/>
            <a:ext cx="2951163" cy="1555750"/>
          </a:xfrm>
        </p:spPr>
        <p:txBody>
          <a:bodyPr/>
          <a:lstStyle>
            <a:lvl1pPr marL="0" indent="0">
              <a:buNone/>
              <a:defRPr/>
            </a:lvl1pPr>
          </a:lstStyle>
          <a:p>
            <a:r>
              <a:rPr lang="en-US"/>
              <a:t>Click icon to add picture</a:t>
            </a:r>
            <a:endParaRPr lang="en-US" dirty="0"/>
          </a:p>
        </p:txBody>
      </p:sp>
      <p:sp>
        <p:nvSpPr>
          <p:cNvPr id="17" name="Text Placeholder 6">
            <a:extLst>
              <a:ext uri="{FF2B5EF4-FFF2-40B4-BE49-F238E27FC236}">
                <a16:creationId xmlns:a16="http://schemas.microsoft.com/office/drawing/2014/main" id="{43204028-135E-83A2-B94A-693154F531B4}"/>
              </a:ext>
            </a:extLst>
          </p:cNvPr>
          <p:cNvSpPr>
            <a:spLocks noGrp="1"/>
          </p:cNvSpPr>
          <p:nvPr>
            <p:ph type="body" sz="quarter" idx="13" hasCustomPrompt="1"/>
          </p:nvPr>
        </p:nvSpPr>
        <p:spPr>
          <a:xfrm>
            <a:off x="4421284" y="1436468"/>
            <a:ext cx="3319462" cy="339561"/>
          </a:xfrm>
        </p:spPr>
        <p:txBody>
          <a:bodyPr>
            <a:noAutofit/>
          </a:bodyPr>
          <a:lstStyle>
            <a:lvl1pPr marL="0" indent="0" algn="ctr" fontAlgn="ctr">
              <a:spcBef>
                <a:spcPts val="0"/>
              </a:spcBef>
              <a:buFontTx/>
              <a:buNone/>
              <a:defRPr sz="1800" b="1" i="0" baseline="0">
                <a:solidFill>
                  <a:schemeClr val="bg1"/>
                </a:solidFill>
                <a:latin typeface="Acumin Pro Condensed Semibold" panose="020B0506020202020204" pitchFamily="34" charset="77"/>
              </a:defRPr>
            </a:lvl1pPr>
          </a:lstStyle>
          <a:p>
            <a:pPr lvl="0"/>
            <a:r>
              <a:rPr lang="en-US" dirty="0"/>
              <a:t>Click to edit Subhead</a:t>
            </a:r>
          </a:p>
        </p:txBody>
      </p:sp>
      <p:sp>
        <p:nvSpPr>
          <p:cNvPr id="19" name="Picture Placeholder 10">
            <a:extLst>
              <a:ext uri="{FF2B5EF4-FFF2-40B4-BE49-F238E27FC236}">
                <a16:creationId xmlns:a16="http://schemas.microsoft.com/office/drawing/2014/main" id="{D4E810FD-2D00-764A-B144-B235C21E32F6}"/>
              </a:ext>
            </a:extLst>
          </p:cNvPr>
          <p:cNvSpPr>
            <a:spLocks noGrp="1"/>
          </p:cNvSpPr>
          <p:nvPr>
            <p:ph type="pic" sz="quarter" idx="15"/>
          </p:nvPr>
        </p:nvSpPr>
        <p:spPr>
          <a:xfrm>
            <a:off x="4619721" y="4045824"/>
            <a:ext cx="2951163" cy="1555750"/>
          </a:xfrm>
        </p:spPr>
        <p:txBody>
          <a:bodyPr/>
          <a:lstStyle>
            <a:lvl1pPr marL="0" indent="0">
              <a:buNone/>
              <a:defRPr/>
            </a:lvl1pPr>
          </a:lstStyle>
          <a:p>
            <a:r>
              <a:rPr lang="en-US"/>
              <a:t>Click icon to add picture</a:t>
            </a:r>
            <a:endParaRPr lang="en-US" dirty="0"/>
          </a:p>
        </p:txBody>
      </p:sp>
      <p:sp>
        <p:nvSpPr>
          <p:cNvPr id="21" name="Text Placeholder 6">
            <a:extLst>
              <a:ext uri="{FF2B5EF4-FFF2-40B4-BE49-F238E27FC236}">
                <a16:creationId xmlns:a16="http://schemas.microsoft.com/office/drawing/2014/main" id="{0A71EF50-386A-A3B9-93FB-6EF179A4EE47}"/>
              </a:ext>
            </a:extLst>
          </p:cNvPr>
          <p:cNvSpPr>
            <a:spLocks noGrp="1"/>
          </p:cNvSpPr>
          <p:nvPr>
            <p:ph type="body" sz="quarter" idx="16" hasCustomPrompt="1"/>
          </p:nvPr>
        </p:nvSpPr>
        <p:spPr>
          <a:xfrm>
            <a:off x="7938803" y="1433918"/>
            <a:ext cx="3319462" cy="339561"/>
          </a:xfrm>
        </p:spPr>
        <p:txBody>
          <a:bodyPr>
            <a:noAutofit/>
          </a:bodyPr>
          <a:lstStyle>
            <a:lvl1pPr marL="0" indent="0" algn="ctr" fontAlgn="ctr">
              <a:spcBef>
                <a:spcPts val="0"/>
              </a:spcBef>
              <a:buFontTx/>
              <a:buNone/>
              <a:defRPr sz="1800" b="1" i="0" baseline="0">
                <a:solidFill>
                  <a:schemeClr val="bg1"/>
                </a:solidFill>
                <a:latin typeface="Acumin Pro Condensed Semibold" panose="020B0506020202020204" pitchFamily="34" charset="77"/>
              </a:defRPr>
            </a:lvl1pPr>
          </a:lstStyle>
          <a:p>
            <a:pPr lvl="0"/>
            <a:r>
              <a:rPr lang="en-US" dirty="0"/>
              <a:t>Click to edit Subhead</a:t>
            </a:r>
          </a:p>
        </p:txBody>
      </p:sp>
      <p:sp>
        <p:nvSpPr>
          <p:cNvPr id="23" name="Picture Placeholder 10">
            <a:extLst>
              <a:ext uri="{FF2B5EF4-FFF2-40B4-BE49-F238E27FC236}">
                <a16:creationId xmlns:a16="http://schemas.microsoft.com/office/drawing/2014/main" id="{6AE17ED9-FDD9-34C3-1F7D-9A8EA4C4B40E}"/>
              </a:ext>
            </a:extLst>
          </p:cNvPr>
          <p:cNvSpPr>
            <a:spLocks noGrp="1"/>
          </p:cNvSpPr>
          <p:nvPr>
            <p:ph type="pic" sz="quarter" idx="18"/>
          </p:nvPr>
        </p:nvSpPr>
        <p:spPr>
          <a:xfrm>
            <a:off x="8137240" y="4043274"/>
            <a:ext cx="2951163" cy="1555750"/>
          </a:xfrm>
        </p:spPr>
        <p:txBody>
          <a:bodyPr/>
          <a:lstStyle>
            <a:lvl1pPr marL="0" indent="0">
              <a:buNone/>
              <a:defRPr b="1"/>
            </a:lvl1pPr>
          </a:lstStyle>
          <a:p>
            <a:r>
              <a:rPr lang="en-US"/>
              <a:t>Click icon to add picture</a:t>
            </a:r>
            <a:endParaRPr lang="en-US" dirty="0"/>
          </a:p>
        </p:txBody>
      </p:sp>
      <p:sp>
        <p:nvSpPr>
          <p:cNvPr id="16" name="Title 15">
            <a:extLst>
              <a:ext uri="{FF2B5EF4-FFF2-40B4-BE49-F238E27FC236}">
                <a16:creationId xmlns:a16="http://schemas.microsoft.com/office/drawing/2014/main" id="{77D3ED32-45F9-B948-371F-67E8465B2438}"/>
              </a:ext>
            </a:extLst>
          </p:cNvPr>
          <p:cNvSpPr>
            <a:spLocks noGrp="1"/>
          </p:cNvSpPr>
          <p:nvPr>
            <p:ph type="title"/>
          </p:nvPr>
        </p:nvSpPr>
        <p:spPr/>
        <p:txBody>
          <a:bodyPr/>
          <a:lstStyle/>
          <a:p>
            <a:r>
              <a:rPr lang="en-US"/>
              <a:t>Click to edit Master title style</a:t>
            </a:r>
          </a:p>
        </p:txBody>
      </p:sp>
      <p:sp>
        <p:nvSpPr>
          <p:cNvPr id="6" name="Footer Placeholder 5">
            <a:extLst>
              <a:ext uri="{FF2B5EF4-FFF2-40B4-BE49-F238E27FC236}">
                <a16:creationId xmlns:a16="http://schemas.microsoft.com/office/drawing/2014/main" id="{BA0F278F-8AAE-FA0B-4B47-AB0FFECE69F2}"/>
              </a:ext>
            </a:extLst>
          </p:cNvPr>
          <p:cNvSpPr>
            <a:spLocks noGrp="1"/>
          </p:cNvSpPr>
          <p:nvPr>
            <p:ph type="ftr" sz="quarter" idx="19"/>
          </p:nvPr>
        </p:nvSpPr>
        <p:spPr/>
        <p:txBody>
          <a:bodyPr/>
          <a:lstStyle/>
          <a:p>
            <a:pPr algn="r"/>
            <a:r>
              <a:rPr lang="en-US"/>
              <a:t>3/31/23            </a:t>
            </a:r>
            <a:fld id="{2D8F9ACA-D6C0-E54C-B1B8-E9196C9CD104}" type="slidenum">
              <a:rPr lang="en-US" smtClean="0"/>
              <a:pPr algn="r"/>
              <a:t>‹#›</a:t>
            </a:fld>
            <a:endParaRPr lang="en-US" dirty="0"/>
          </a:p>
        </p:txBody>
      </p:sp>
      <p:sp>
        <p:nvSpPr>
          <p:cNvPr id="2" name="Text Placeholder 3">
            <a:extLst>
              <a:ext uri="{FF2B5EF4-FFF2-40B4-BE49-F238E27FC236}">
                <a16:creationId xmlns:a16="http://schemas.microsoft.com/office/drawing/2014/main" id="{140B5B1B-89D1-9945-6AB1-0D9B2E27009A}"/>
              </a:ext>
            </a:extLst>
          </p:cNvPr>
          <p:cNvSpPr>
            <a:spLocks noGrp="1"/>
          </p:cNvSpPr>
          <p:nvPr>
            <p:ph type="body" sz="half" idx="2" hasCustomPrompt="1"/>
          </p:nvPr>
        </p:nvSpPr>
        <p:spPr>
          <a:xfrm>
            <a:off x="1087907" y="2065260"/>
            <a:ext cx="2950589" cy="1691333"/>
          </a:xfrm>
        </p:spPr>
        <p:txBody>
          <a:bodyPr>
            <a:normAutofit/>
          </a:bodyPr>
          <a:lstStyle>
            <a:lvl1pPr marL="0" indent="0">
              <a:buNone/>
              <a:defRPr sz="1400">
                <a:solidFill>
                  <a:schemeClr val="bg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body copy.</a:t>
            </a:r>
          </a:p>
        </p:txBody>
      </p:sp>
      <p:sp>
        <p:nvSpPr>
          <p:cNvPr id="8" name="Text Placeholder 3">
            <a:extLst>
              <a:ext uri="{FF2B5EF4-FFF2-40B4-BE49-F238E27FC236}">
                <a16:creationId xmlns:a16="http://schemas.microsoft.com/office/drawing/2014/main" id="{CCAB75A6-8C36-AD93-09A1-D377BF55C686}"/>
              </a:ext>
            </a:extLst>
          </p:cNvPr>
          <p:cNvSpPr>
            <a:spLocks noGrp="1"/>
          </p:cNvSpPr>
          <p:nvPr>
            <p:ph type="body" sz="half" idx="20" hasCustomPrompt="1"/>
          </p:nvPr>
        </p:nvSpPr>
        <p:spPr>
          <a:xfrm>
            <a:off x="4605427" y="2065259"/>
            <a:ext cx="2950589" cy="1691333"/>
          </a:xfrm>
        </p:spPr>
        <p:txBody>
          <a:bodyPr>
            <a:normAutofit/>
          </a:bodyPr>
          <a:lstStyle>
            <a:lvl1pPr marL="0" indent="0">
              <a:buNone/>
              <a:defRPr sz="1400">
                <a:solidFill>
                  <a:schemeClr val="bg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body copy.</a:t>
            </a:r>
          </a:p>
        </p:txBody>
      </p:sp>
      <p:sp>
        <p:nvSpPr>
          <p:cNvPr id="10" name="Text Placeholder 3">
            <a:extLst>
              <a:ext uri="{FF2B5EF4-FFF2-40B4-BE49-F238E27FC236}">
                <a16:creationId xmlns:a16="http://schemas.microsoft.com/office/drawing/2014/main" id="{9BFCE088-E342-EDAD-213D-39C8B8D85057}"/>
              </a:ext>
            </a:extLst>
          </p:cNvPr>
          <p:cNvSpPr>
            <a:spLocks noGrp="1"/>
          </p:cNvSpPr>
          <p:nvPr>
            <p:ph type="body" sz="half" idx="21" hasCustomPrompt="1"/>
          </p:nvPr>
        </p:nvSpPr>
        <p:spPr>
          <a:xfrm>
            <a:off x="8122945" y="2065259"/>
            <a:ext cx="2950589" cy="1691333"/>
          </a:xfrm>
        </p:spPr>
        <p:txBody>
          <a:bodyPr>
            <a:normAutofit/>
          </a:bodyPr>
          <a:lstStyle>
            <a:lvl1pPr marL="0" indent="0">
              <a:buNone/>
              <a:defRPr sz="1400">
                <a:solidFill>
                  <a:schemeClr val="bg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body copy.</a:t>
            </a:r>
          </a:p>
        </p:txBody>
      </p:sp>
      <p:pic>
        <p:nvPicPr>
          <p:cNvPr id="27" name="Picture 26">
            <a:extLst>
              <a:ext uri="{FF2B5EF4-FFF2-40B4-BE49-F238E27FC236}">
                <a16:creationId xmlns:a16="http://schemas.microsoft.com/office/drawing/2014/main" id="{52D6B0AF-7A65-0643-9BB2-70425E09A6C7}"/>
              </a:ext>
            </a:extLst>
          </p:cNvPr>
          <p:cNvPicPr>
            <a:picLocks noChangeAspect="1"/>
          </p:cNvPicPr>
          <p:nvPr userDrawn="1"/>
        </p:nvPicPr>
        <p:blipFill>
          <a:blip r:embed="rId2"/>
          <a:stretch>
            <a:fillRect/>
          </a:stretch>
        </p:blipFill>
        <p:spPr>
          <a:xfrm>
            <a:off x="437607" y="6218750"/>
            <a:ext cx="3362231" cy="356001"/>
          </a:xfrm>
          <a:prstGeom prst="rect">
            <a:avLst/>
          </a:prstGeom>
        </p:spPr>
      </p:pic>
    </p:spTree>
    <p:extLst>
      <p:ext uri="{BB962C8B-B14F-4D97-AF65-F5344CB8AC3E}">
        <p14:creationId xmlns:p14="http://schemas.microsoft.com/office/powerpoint/2010/main" val="221671260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Comparison - 3 Blocks - Go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8C98D576-4759-5408-883D-2E56D9D0F603}"/>
              </a:ext>
            </a:extLst>
          </p:cNvPr>
          <p:cNvSpPr/>
          <p:nvPr userDrawn="1"/>
        </p:nvSpPr>
        <p:spPr>
          <a:xfrm>
            <a:off x="7938216" y="1315892"/>
            <a:ext cx="3319531" cy="4513267"/>
          </a:xfrm>
          <a:prstGeom prst="rect">
            <a:avLst/>
          </a:prstGeom>
          <a:solidFill>
            <a:schemeClr val="accent1"/>
          </a:solidFill>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D2C44A1A-1D1D-F2D9-8EC1-EFF25EBA1FB0}"/>
              </a:ext>
            </a:extLst>
          </p:cNvPr>
          <p:cNvSpPr/>
          <p:nvPr userDrawn="1"/>
        </p:nvSpPr>
        <p:spPr>
          <a:xfrm>
            <a:off x="4420697" y="1315893"/>
            <a:ext cx="3319531" cy="4513267"/>
          </a:xfrm>
          <a:prstGeom prst="rect">
            <a:avLst/>
          </a:prstGeom>
          <a:solidFill>
            <a:schemeClr val="accent1"/>
          </a:solidFill>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3138D75A-DD50-6C6E-0A9D-7F77E72C780A}"/>
              </a:ext>
            </a:extLst>
          </p:cNvPr>
          <p:cNvSpPr/>
          <p:nvPr userDrawn="1"/>
        </p:nvSpPr>
        <p:spPr>
          <a:xfrm>
            <a:off x="903178" y="1315894"/>
            <a:ext cx="3319531" cy="4513267"/>
          </a:xfrm>
          <a:prstGeom prst="rect">
            <a:avLst/>
          </a:prstGeom>
          <a:solidFill>
            <a:schemeClr val="accent1"/>
          </a:solidFill>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dirty="0"/>
          </a:p>
        </p:txBody>
      </p:sp>
      <p:sp>
        <p:nvSpPr>
          <p:cNvPr id="16" name="Text Placeholder 6">
            <a:extLst>
              <a:ext uri="{FF2B5EF4-FFF2-40B4-BE49-F238E27FC236}">
                <a16:creationId xmlns:a16="http://schemas.microsoft.com/office/drawing/2014/main" id="{876A1563-09E6-06B6-EC4A-8E309CC57B11}"/>
              </a:ext>
            </a:extLst>
          </p:cNvPr>
          <p:cNvSpPr>
            <a:spLocks noGrp="1"/>
          </p:cNvSpPr>
          <p:nvPr>
            <p:ph type="body" sz="quarter" idx="10" hasCustomPrompt="1"/>
          </p:nvPr>
        </p:nvSpPr>
        <p:spPr>
          <a:xfrm>
            <a:off x="903247" y="1436466"/>
            <a:ext cx="3319462" cy="339561"/>
          </a:xfrm>
        </p:spPr>
        <p:txBody>
          <a:bodyPr>
            <a:noAutofit/>
          </a:bodyPr>
          <a:lstStyle>
            <a:lvl1pPr marL="0" indent="0" algn="ctr" fontAlgn="t">
              <a:spcBef>
                <a:spcPts val="0"/>
              </a:spcBef>
              <a:buFontTx/>
              <a:buNone/>
              <a:defRPr sz="1800" baseline="0">
                <a:solidFill>
                  <a:schemeClr val="tx1"/>
                </a:solidFill>
                <a:latin typeface="+mj-lt"/>
              </a:defRPr>
            </a:lvl1pPr>
          </a:lstStyle>
          <a:p>
            <a:pPr lvl="0"/>
            <a:r>
              <a:rPr lang="en-US" dirty="0"/>
              <a:t>Click to edit Subhead</a:t>
            </a:r>
          </a:p>
        </p:txBody>
      </p:sp>
      <p:sp>
        <p:nvSpPr>
          <p:cNvPr id="22" name="Text Placeholder 6">
            <a:extLst>
              <a:ext uri="{FF2B5EF4-FFF2-40B4-BE49-F238E27FC236}">
                <a16:creationId xmlns:a16="http://schemas.microsoft.com/office/drawing/2014/main" id="{AF401EC8-7352-A985-133C-726A718A9E9A}"/>
              </a:ext>
            </a:extLst>
          </p:cNvPr>
          <p:cNvSpPr>
            <a:spLocks noGrp="1"/>
          </p:cNvSpPr>
          <p:nvPr>
            <p:ph type="body" sz="quarter" idx="13" hasCustomPrompt="1"/>
          </p:nvPr>
        </p:nvSpPr>
        <p:spPr>
          <a:xfrm>
            <a:off x="4421025" y="1436466"/>
            <a:ext cx="3319462" cy="339561"/>
          </a:xfrm>
        </p:spPr>
        <p:txBody>
          <a:bodyPr>
            <a:noAutofit/>
          </a:bodyPr>
          <a:lstStyle>
            <a:lvl1pPr marL="0" indent="0" algn="ctr" fontAlgn="t">
              <a:spcBef>
                <a:spcPts val="0"/>
              </a:spcBef>
              <a:buFontTx/>
              <a:buNone/>
              <a:defRPr sz="1800" baseline="0">
                <a:solidFill>
                  <a:schemeClr val="tx1"/>
                </a:solidFill>
                <a:latin typeface="+mj-lt"/>
              </a:defRPr>
            </a:lvl1pPr>
          </a:lstStyle>
          <a:p>
            <a:pPr lvl="0"/>
            <a:r>
              <a:rPr lang="en-US" dirty="0"/>
              <a:t>Click to edit Subhead</a:t>
            </a:r>
          </a:p>
        </p:txBody>
      </p:sp>
      <p:sp>
        <p:nvSpPr>
          <p:cNvPr id="26" name="Text Placeholder 6">
            <a:extLst>
              <a:ext uri="{FF2B5EF4-FFF2-40B4-BE49-F238E27FC236}">
                <a16:creationId xmlns:a16="http://schemas.microsoft.com/office/drawing/2014/main" id="{71A04C69-EC92-81B2-FCD5-39464C669BEB}"/>
              </a:ext>
            </a:extLst>
          </p:cNvPr>
          <p:cNvSpPr>
            <a:spLocks noGrp="1"/>
          </p:cNvSpPr>
          <p:nvPr>
            <p:ph type="body" sz="quarter" idx="16" hasCustomPrompt="1"/>
          </p:nvPr>
        </p:nvSpPr>
        <p:spPr>
          <a:xfrm>
            <a:off x="7938544" y="1433916"/>
            <a:ext cx="3319462" cy="339561"/>
          </a:xfrm>
        </p:spPr>
        <p:txBody>
          <a:bodyPr>
            <a:noAutofit/>
          </a:bodyPr>
          <a:lstStyle>
            <a:lvl1pPr marL="0" indent="0" algn="ctr" fontAlgn="t">
              <a:spcBef>
                <a:spcPts val="0"/>
              </a:spcBef>
              <a:buFontTx/>
              <a:buNone/>
              <a:defRPr sz="1800" b="1" baseline="0">
                <a:solidFill>
                  <a:schemeClr val="tx1"/>
                </a:solidFill>
                <a:latin typeface="+mj-lt"/>
              </a:defRPr>
            </a:lvl1pPr>
          </a:lstStyle>
          <a:p>
            <a:pPr lvl="0"/>
            <a:r>
              <a:rPr lang="en-US" dirty="0"/>
              <a:t>Click to edit Subhead</a:t>
            </a:r>
          </a:p>
        </p:txBody>
      </p:sp>
      <p:sp>
        <p:nvSpPr>
          <p:cNvPr id="30" name="Text Placeholder 3">
            <a:extLst>
              <a:ext uri="{FF2B5EF4-FFF2-40B4-BE49-F238E27FC236}">
                <a16:creationId xmlns:a16="http://schemas.microsoft.com/office/drawing/2014/main" id="{AE5BF8CB-9477-F598-75C4-6F35D608B35B}"/>
              </a:ext>
            </a:extLst>
          </p:cNvPr>
          <p:cNvSpPr>
            <a:spLocks noGrp="1"/>
          </p:cNvSpPr>
          <p:nvPr>
            <p:ph type="body" sz="half" idx="2" hasCustomPrompt="1"/>
          </p:nvPr>
        </p:nvSpPr>
        <p:spPr>
          <a:xfrm>
            <a:off x="1101684" y="2040670"/>
            <a:ext cx="2951163" cy="1691333"/>
          </a:xfrm>
        </p:spPr>
        <p:txBody>
          <a:bodyPr>
            <a:normAutofit/>
          </a:bodyPr>
          <a:lstStyle>
            <a:lvl1pPr marL="0" indent="0">
              <a:buNone/>
              <a:defRPr sz="1400">
                <a:solidFill>
                  <a:schemeClr val="tx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body copy.</a:t>
            </a:r>
          </a:p>
        </p:txBody>
      </p:sp>
      <p:sp>
        <p:nvSpPr>
          <p:cNvPr id="31" name="Text Placeholder 3">
            <a:extLst>
              <a:ext uri="{FF2B5EF4-FFF2-40B4-BE49-F238E27FC236}">
                <a16:creationId xmlns:a16="http://schemas.microsoft.com/office/drawing/2014/main" id="{AE6CE746-1703-63A8-BBD4-546AD104E27E}"/>
              </a:ext>
            </a:extLst>
          </p:cNvPr>
          <p:cNvSpPr>
            <a:spLocks noGrp="1"/>
          </p:cNvSpPr>
          <p:nvPr>
            <p:ph type="body" sz="half" idx="24" hasCustomPrompt="1"/>
          </p:nvPr>
        </p:nvSpPr>
        <p:spPr>
          <a:xfrm>
            <a:off x="4604880" y="2065258"/>
            <a:ext cx="2951163" cy="1691333"/>
          </a:xfrm>
        </p:spPr>
        <p:txBody>
          <a:bodyPr>
            <a:normAutofit/>
          </a:bodyPr>
          <a:lstStyle>
            <a:lvl1pPr marL="0" indent="0">
              <a:buNone/>
              <a:defRPr sz="1400">
                <a:solidFill>
                  <a:schemeClr val="tx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body copy.</a:t>
            </a:r>
          </a:p>
        </p:txBody>
      </p:sp>
      <p:sp>
        <p:nvSpPr>
          <p:cNvPr id="33" name="Picture Placeholder 10">
            <a:extLst>
              <a:ext uri="{FF2B5EF4-FFF2-40B4-BE49-F238E27FC236}">
                <a16:creationId xmlns:a16="http://schemas.microsoft.com/office/drawing/2014/main" id="{53952BA5-2190-5106-0EBD-DA1D15EFBB9D}"/>
              </a:ext>
            </a:extLst>
          </p:cNvPr>
          <p:cNvSpPr>
            <a:spLocks noGrp="1"/>
          </p:cNvSpPr>
          <p:nvPr>
            <p:ph type="pic" sz="quarter" idx="12"/>
          </p:nvPr>
        </p:nvSpPr>
        <p:spPr>
          <a:xfrm>
            <a:off x="1101684" y="4045822"/>
            <a:ext cx="2951163" cy="1555750"/>
          </a:xfrm>
        </p:spPr>
        <p:txBody>
          <a:bodyPr/>
          <a:lstStyle>
            <a:lvl1pPr marL="0" indent="0">
              <a:buNone/>
              <a:defRPr/>
            </a:lvl1pPr>
          </a:lstStyle>
          <a:p>
            <a:r>
              <a:rPr lang="en-US"/>
              <a:t>Click icon to add picture</a:t>
            </a:r>
            <a:endParaRPr lang="en-US" dirty="0"/>
          </a:p>
        </p:txBody>
      </p:sp>
      <p:sp>
        <p:nvSpPr>
          <p:cNvPr id="34" name="Picture Placeholder 10">
            <a:extLst>
              <a:ext uri="{FF2B5EF4-FFF2-40B4-BE49-F238E27FC236}">
                <a16:creationId xmlns:a16="http://schemas.microsoft.com/office/drawing/2014/main" id="{835FE666-CADC-4DB4-80A4-BFD9823DE051}"/>
              </a:ext>
            </a:extLst>
          </p:cNvPr>
          <p:cNvSpPr>
            <a:spLocks noGrp="1"/>
          </p:cNvSpPr>
          <p:nvPr>
            <p:ph type="pic" sz="quarter" idx="15"/>
          </p:nvPr>
        </p:nvSpPr>
        <p:spPr>
          <a:xfrm>
            <a:off x="4619462" y="4045822"/>
            <a:ext cx="2951163" cy="1555750"/>
          </a:xfrm>
        </p:spPr>
        <p:txBody>
          <a:bodyPr/>
          <a:lstStyle>
            <a:lvl1pPr marL="0" indent="0">
              <a:buNone/>
              <a:defRPr/>
            </a:lvl1pPr>
          </a:lstStyle>
          <a:p>
            <a:r>
              <a:rPr lang="en-US"/>
              <a:t>Click icon to add picture</a:t>
            </a:r>
            <a:endParaRPr lang="en-US" dirty="0"/>
          </a:p>
        </p:txBody>
      </p:sp>
      <p:sp>
        <p:nvSpPr>
          <p:cNvPr id="35" name="Picture Placeholder 10">
            <a:extLst>
              <a:ext uri="{FF2B5EF4-FFF2-40B4-BE49-F238E27FC236}">
                <a16:creationId xmlns:a16="http://schemas.microsoft.com/office/drawing/2014/main" id="{AECA5017-0E7C-4957-02B2-65FA6C1F6E5F}"/>
              </a:ext>
            </a:extLst>
          </p:cNvPr>
          <p:cNvSpPr>
            <a:spLocks noGrp="1"/>
          </p:cNvSpPr>
          <p:nvPr>
            <p:ph type="pic" sz="quarter" idx="18"/>
          </p:nvPr>
        </p:nvSpPr>
        <p:spPr>
          <a:xfrm>
            <a:off x="8136981" y="4043272"/>
            <a:ext cx="2951163" cy="1555750"/>
          </a:xfrm>
        </p:spPr>
        <p:txBody>
          <a:bodyPr/>
          <a:lstStyle>
            <a:lvl1pPr marL="0" indent="0">
              <a:buNone/>
              <a:defRPr b="1"/>
            </a:lvl1pPr>
          </a:lstStyle>
          <a:p>
            <a:r>
              <a:rPr lang="en-US"/>
              <a:t>Click icon to add picture</a:t>
            </a:r>
            <a:endParaRPr lang="en-US" dirty="0"/>
          </a:p>
        </p:txBody>
      </p:sp>
      <p:sp>
        <p:nvSpPr>
          <p:cNvPr id="36" name="Text Placeholder 3">
            <a:extLst>
              <a:ext uri="{FF2B5EF4-FFF2-40B4-BE49-F238E27FC236}">
                <a16:creationId xmlns:a16="http://schemas.microsoft.com/office/drawing/2014/main" id="{9F4CE92C-83FA-CA44-69CB-E6229E144199}"/>
              </a:ext>
            </a:extLst>
          </p:cNvPr>
          <p:cNvSpPr>
            <a:spLocks noGrp="1"/>
          </p:cNvSpPr>
          <p:nvPr>
            <p:ph type="body" sz="half" idx="25" hasCustomPrompt="1"/>
          </p:nvPr>
        </p:nvSpPr>
        <p:spPr>
          <a:xfrm>
            <a:off x="8129414" y="2071424"/>
            <a:ext cx="2951163" cy="1691333"/>
          </a:xfrm>
        </p:spPr>
        <p:txBody>
          <a:bodyPr>
            <a:normAutofit/>
          </a:bodyPr>
          <a:lstStyle>
            <a:lvl1pPr marL="0" indent="0">
              <a:buNone/>
              <a:defRPr sz="1400">
                <a:solidFill>
                  <a:schemeClr val="tx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body copy.</a:t>
            </a:r>
          </a:p>
        </p:txBody>
      </p:sp>
      <p:sp>
        <p:nvSpPr>
          <p:cNvPr id="40" name="Title 39">
            <a:extLst>
              <a:ext uri="{FF2B5EF4-FFF2-40B4-BE49-F238E27FC236}">
                <a16:creationId xmlns:a16="http://schemas.microsoft.com/office/drawing/2014/main" id="{2CAB310C-9DF2-C217-7A37-81705800EBE5}"/>
              </a:ext>
            </a:extLst>
          </p:cNvPr>
          <p:cNvSpPr>
            <a:spLocks noGrp="1"/>
          </p:cNvSpPr>
          <p:nvPr>
            <p:ph type="title"/>
          </p:nvPr>
        </p:nvSpPr>
        <p:spPr/>
        <p:txBody>
          <a:bodyPr/>
          <a:lstStyle/>
          <a:p>
            <a:r>
              <a:rPr lang="en-US"/>
              <a:t>Click to edit Master title style</a:t>
            </a:r>
          </a:p>
        </p:txBody>
      </p:sp>
      <p:sp>
        <p:nvSpPr>
          <p:cNvPr id="3" name="Footer Placeholder 2">
            <a:extLst>
              <a:ext uri="{FF2B5EF4-FFF2-40B4-BE49-F238E27FC236}">
                <a16:creationId xmlns:a16="http://schemas.microsoft.com/office/drawing/2014/main" id="{FA4DDE6D-DD47-E873-4306-EBFC1F91F657}"/>
              </a:ext>
            </a:extLst>
          </p:cNvPr>
          <p:cNvSpPr>
            <a:spLocks noGrp="1"/>
          </p:cNvSpPr>
          <p:nvPr>
            <p:ph type="ftr" sz="quarter" idx="26"/>
          </p:nvPr>
        </p:nvSpPr>
        <p:spPr/>
        <p:txBody>
          <a:bodyPr/>
          <a:lstStyle/>
          <a:p>
            <a:pPr algn="r"/>
            <a:r>
              <a:rPr lang="en-US"/>
              <a:t>3/31/23            </a:t>
            </a:r>
            <a:fld id="{2D8F9ACA-D6C0-E54C-B1B8-E9196C9CD104}" type="slidenum">
              <a:rPr lang="en-US" smtClean="0"/>
              <a:pPr algn="r"/>
              <a:t>‹#›</a:t>
            </a:fld>
            <a:endParaRPr lang="en-US" dirty="0"/>
          </a:p>
        </p:txBody>
      </p:sp>
      <p:pic>
        <p:nvPicPr>
          <p:cNvPr id="24" name="Picture 23">
            <a:extLst>
              <a:ext uri="{FF2B5EF4-FFF2-40B4-BE49-F238E27FC236}">
                <a16:creationId xmlns:a16="http://schemas.microsoft.com/office/drawing/2014/main" id="{FCDBDD2C-9BBA-CC44-97ED-E096451205BB}"/>
              </a:ext>
            </a:extLst>
          </p:cNvPr>
          <p:cNvPicPr>
            <a:picLocks noChangeAspect="1"/>
          </p:cNvPicPr>
          <p:nvPr userDrawn="1"/>
        </p:nvPicPr>
        <p:blipFill>
          <a:blip r:embed="rId2"/>
          <a:stretch>
            <a:fillRect/>
          </a:stretch>
        </p:blipFill>
        <p:spPr>
          <a:xfrm>
            <a:off x="437607" y="6218750"/>
            <a:ext cx="3362231" cy="356001"/>
          </a:xfrm>
          <a:prstGeom prst="rect">
            <a:avLst/>
          </a:prstGeom>
        </p:spPr>
      </p:pic>
    </p:spTree>
    <p:extLst>
      <p:ext uri="{BB962C8B-B14F-4D97-AF65-F5344CB8AC3E}">
        <p14:creationId xmlns:p14="http://schemas.microsoft.com/office/powerpoint/2010/main" val="183894665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Comparison - 5 Color Blocks">
    <p:spTree>
      <p:nvGrpSpPr>
        <p:cNvPr id="1" name=""/>
        <p:cNvGrpSpPr/>
        <p:nvPr/>
      </p:nvGrpSpPr>
      <p:grpSpPr>
        <a:xfrm>
          <a:off x="0" y="0"/>
          <a:ext cx="0" cy="0"/>
          <a:chOff x="0" y="0"/>
          <a:chExt cx="0" cy="0"/>
        </a:xfrm>
      </p:grpSpPr>
      <p:sp>
        <p:nvSpPr>
          <p:cNvPr id="40" name="Title 39">
            <a:extLst>
              <a:ext uri="{FF2B5EF4-FFF2-40B4-BE49-F238E27FC236}">
                <a16:creationId xmlns:a16="http://schemas.microsoft.com/office/drawing/2014/main" id="{2CAB310C-9DF2-C217-7A37-81705800EBE5}"/>
              </a:ext>
            </a:extLst>
          </p:cNvPr>
          <p:cNvSpPr>
            <a:spLocks noGrp="1"/>
          </p:cNvSpPr>
          <p:nvPr>
            <p:ph type="title"/>
          </p:nvPr>
        </p:nvSpPr>
        <p:spPr/>
        <p:txBody>
          <a:bodyPr/>
          <a:lstStyle/>
          <a:p>
            <a:r>
              <a:rPr lang="en-US"/>
              <a:t>Click to edit Master title style</a:t>
            </a:r>
          </a:p>
        </p:txBody>
      </p:sp>
      <p:sp>
        <p:nvSpPr>
          <p:cNvPr id="2" name="Rectangle 1">
            <a:extLst>
              <a:ext uri="{FF2B5EF4-FFF2-40B4-BE49-F238E27FC236}">
                <a16:creationId xmlns:a16="http://schemas.microsoft.com/office/drawing/2014/main" id="{C979A34A-6A6B-FC98-1EC8-8347FAB1A48F}"/>
              </a:ext>
            </a:extLst>
          </p:cNvPr>
          <p:cNvSpPr/>
          <p:nvPr userDrawn="1"/>
        </p:nvSpPr>
        <p:spPr>
          <a:xfrm>
            <a:off x="1008584" y="1660596"/>
            <a:ext cx="1918020" cy="436418"/>
          </a:xfrm>
          <a:prstGeom prst="rect">
            <a:avLst/>
          </a:prstGeom>
          <a:solidFill>
            <a:schemeClr val="tx2"/>
          </a:solidFill>
          <a:ln>
            <a:noFill/>
          </a:ln>
        </p:spPr>
        <p:style>
          <a:lnRef idx="0">
            <a:schemeClr val="accent1"/>
          </a:lnRef>
          <a:fillRef idx="1">
            <a:schemeClr val="accent1"/>
          </a:fillRef>
          <a:effectRef idx="0">
            <a:srgbClr val="000000"/>
          </a:effectRef>
          <a:fontRef idx="minor">
            <a:schemeClr val="lt1"/>
          </a:fontRef>
        </p:style>
        <p:txBody>
          <a:bodyPr rtlCol="0" anchor="ctr"/>
          <a:lstStyle/>
          <a:p>
            <a:pPr algn="ctr"/>
            <a:endParaRPr lang="de-DE" sz="1100" dirty="0">
              <a:solidFill>
                <a:schemeClr val="bg1"/>
              </a:solidFill>
              <a:latin typeface="Franklin Gothic Medium" panose="020B0603020102020204" pitchFamily="34" charset="0"/>
            </a:endParaRPr>
          </a:p>
        </p:txBody>
      </p:sp>
      <p:sp>
        <p:nvSpPr>
          <p:cNvPr id="7" name="Rectangle 6">
            <a:extLst>
              <a:ext uri="{FF2B5EF4-FFF2-40B4-BE49-F238E27FC236}">
                <a16:creationId xmlns:a16="http://schemas.microsoft.com/office/drawing/2014/main" id="{3C3F2A76-73C1-7478-1C52-F70D9B50BC0A}"/>
              </a:ext>
            </a:extLst>
          </p:cNvPr>
          <p:cNvSpPr/>
          <p:nvPr userDrawn="1"/>
        </p:nvSpPr>
        <p:spPr>
          <a:xfrm>
            <a:off x="1011339" y="2160555"/>
            <a:ext cx="1915265" cy="3233502"/>
          </a:xfrm>
          <a:prstGeom prst="rect">
            <a:avLst/>
          </a:prstGeom>
          <a:solidFill>
            <a:schemeClr val="tx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marL="0" marR="0" lvl="0" indent="0" algn="l" defTabSz="914400" rtl="0" eaLnBrk="1" fontAlgn="auto" latinLnBrk="0" hangingPunct="1">
              <a:lnSpc>
                <a:spcPct val="100000"/>
              </a:lnSpc>
              <a:spcBef>
                <a:spcPts val="0"/>
              </a:spcBef>
              <a:spcAft>
                <a:spcPts val="1000"/>
              </a:spcAft>
              <a:buClr>
                <a:schemeClr val="tx1">
                  <a:lumMod val="50000"/>
                  <a:lumOff val="50000"/>
                </a:schemeClr>
              </a:buClr>
              <a:buSzTx/>
              <a:buFontTx/>
              <a:buNone/>
              <a:tabLst/>
              <a:defRPr/>
            </a:pPr>
            <a:endParaRPr lang="en-GB" sz="1200" kern="0" dirty="0">
              <a:solidFill>
                <a:sysClr val="windowText" lastClr="000000"/>
              </a:solidFill>
              <a:latin typeface="Franklin Gothic Book" panose="020B0503020102020204" pitchFamily="34" charset="0"/>
              <a:cs typeface="Calibri Light" panose="020F0302020204030204" pitchFamily="34" charset="0"/>
            </a:endParaRPr>
          </a:p>
        </p:txBody>
      </p:sp>
      <p:sp>
        <p:nvSpPr>
          <p:cNvPr id="19" name="Rectangle 18">
            <a:extLst>
              <a:ext uri="{FF2B5EF4-FFF2-40B4-BE49-F238E27FC236}">
                <a16:creationId xmlns:a16="http://schemas.microsoft.com/office/drawing/2014/main" id="{3B6525D0-8078-E003-46A7-FFCB83C221E0}"/>
              </a:ext>
            </a:extLst>
          </p:cNvPr>
          <p:cNvSpPr/>
          <p:nvPr userDrawn="1"/>
        </p:nvSpPr>
        <p:spPr>
          <a:xfrm>
            <a:off x="3045437" y="1660596"/>
            <a:ext cx="1918020" cy="436418"/>
          </a:xfrm>
          <a:prstGeom prst="rect">
            <a:avLst/>
          </a:prstGeom>
          <a:solidFill>
            <a:schemeClr val="accent1">
              <a:lumMod val="75000"/>
            </a:schemeClr>
          </a:solidFill>
          <a:ln>
            <a:noFill/>
          </a:ln>
        </p:spPr>
        <p:style>
          <a:lnRef idx="0">
            <a:schemeClr val="accent1"/>
          </a:lnRef>
          <a:fillRef idx="1">
            <a:schemeClr val="accent1"/>
          </a:fillRef>
          <a:effectRef idx="0">
            <a:srgbClr val="000000"/>
          </a:effectRef>
          <a:fontRef idx="minor">
            <a:schemeClr val="lt1"/>
          </a:fontRef>
        </p:style>
        <p:txBody>
          <a:bodyPr rtlCol="0" anchor="ctr"/>
          <a:lstStyle/>
          <a:p>
            <a:pPr algn="ctr"/>
            <a:endParaRPr lang="de-DE" sz="1100" dirty="0">
              <a:solidFill>
                <a:schemeClr val="bg1"/>
              </a:solidFill>
              <a:latin typeface="Franklin Gothic Medium" panose="020B0603020102020204" pitchFamily="34" charset="0"/>
            </a:endParaRPr>
          </a:p>
        </p:txBody>
      </p:sp>
      <p:sp>
        <p:nvSpPr>
          <p:cNvPr id="20" name="Rectangle 19">
            <a:extLst>
              <a:ext uri="{FF2B5EF4-FFF2-40B4-BE49-F238E27FC236}">
                <a16:creationId xmlns:a16="http://schemas.microsoft.com/office/drawing/2014/main" id="{AE6AD059-9160-4AE4-0F86-92FB0AAD082C}"/>
              </a:ext>
            </a:extLst>
          </p:cNvPr>
          <p:cNvSpPr/>
          <p:nvPr userDrawn="1"/>
        </p:nvSpPr>
        <p:spPr>
          <a:xfrm>
            <a:off x="3048192" y="2160555"/>
            <a:ext cx="1915265" cy="3233502"/>
          </a:xfrm>
          <a:prstGeom prst="rect">
            <a:avLst/>
          </a:prstGeom>
          <a:solidFill>
            <a:schemeClr val="accent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marL="0" marR="0" lvl="0" indent="0" algn="l" defTabSz="914400" rtl="0" eaLnBrk="1" fontAlgn="auto" latinLnBrk="0" hangingPunct="1">
              <a:lnSpc>
                <a:spcPct val="100000"/>
              </a:lnSpc>
              <a:spcBef>
                <a:spcPts val="0"/>
              </a:spcBef>
              <a:spcAft>
                <a:spcPts val="1000"/>
              </a:spcAft>
              <a:buClr>
                <a:schemeClr val="tx1">
                  <a:lumMod val="50000"/>
                  <a:lumOff val="50000"/>
                </a:schemeClr>
              </a:buClr>
              <a:buSzTx/>
              <a:buFontTx/>
              <a:buNone/>
              <a:tabLst/>
              <a:defRPr/>
            </a:pPr>
            <a:endParaRPr lang="en-GB" sz="1200" kern="0" dirty="0">
              <a:solidFill>
                <a:sysClr val="windowText" lastClr="000000"/>
              </a:solidFill>
              <a:latin typeface="Franklin Gothic Book" panose="020B0503020102020204" pitchFamily="34" charset="0"/>
              <a:cs typeface="Calibri Light" panose="020F0302020204030204" pitchFamily="34" charset="0"/>
            </a:endParaRPr>
          </a:p>
        </p:txBody>
      </p:sp>
      <p:sp>
        <p:nvSpPr>
          <p:cNvPr id="21" name="Rectangle 20">
            <a:extLst>
              <a:ext uri="{FF2B5EF4-FFF2-40B4-BE49-F238E27FC236}">
                <a16:creationId xmlns:a16="http://schemas.microsoft.com/office/drawing/2014/main" id="{E0F701C0-7A2F-0B95-E95C-07302A14CA56}"/>
              </a:ext>
            </a:extLst>
          </p:cNvPr>
          <p:cNvSpPr/>
          <p:nvPr userDrawn="1"/>
        </p:nvSpPr>
        <p:spPr>
          <a:xfrm>
            <a:off x="5082290" y="1660596"/>
            <a:ext cx="1918020" cy="436418"/>
          </a:xfrm>
          <a:prstGeom prst="rect">
            <a:avLst/>
          </a:prstGeom>
          <a:solidFill>
            <a:schemeClr val="bg2">
              <a:lumMod val="75000"/>
            </a:schemeClr>
          </a:solidFill>
          <a:ln>
            <a:noFill/>
          </a:ln>
        </p:spPr>
        <p:style>
          <a:lnRef idx="0">
            <a:schemeClr val="accent1"/>
          </a:lnRef>
          <a:fillRef idx="1">
            <a:schemeClr val="accent1"/>
          </a:fillRef>
          <a:effectRef idx="0">
            <a:srgbClr val="000000"/>
          </a:effectRef>
          <a:fontRef idx="minor">
            <a:schemeClr val="lt1"/>
          </a:fontRef>
        </p:style>
        <p:txBody>
          <a:bodyPr rtlCol="0" anchor="ctr"/>
          <a:lstStyle/>
          <a:p>
            <a:pPr algn="ctr"/>
            <a:endParaRPr lang="de-DE" sz="1100" dirty="0">
              <a:solidFill>
                <a:schemeClr val="bg1"/>
              </a:solidFill>
              <a:latin typeface="Franklin Gothic Medium" panose="020B0603020102020204" pitchFamily="34" charset="0"/>
            </a:endParaRPr>
          </a:p>
        </p:txBody>
      </p:sp>
      <p:sp>
        <p:nvSpPr>
          <p:cNvPr id="23" name="Rectangle 22">
            <a:extLst>
              <a:ext uri="{FF2B5EF4-FFF2-40B4-BE49-F238E27FC236}">
                <a16:creationId xmlns:a16="http://schemas.microsoft.com/office/drawing/2014/main" id="{AD786ED8-9187-C7FB-F774-CE52A2971FFD}"/>
              </a:ext>
            </a:extLst>
          </p:cNvPr>
          <p:cNvSpPr/>
          <p:nvPr userDrawn="1"/>
        </p:nvSpPr>
        <p:spPr>
          <a:xfrm>
            <a:off x="5085045" y="2160555"/>
            <a:ext cx="1915265" cy="3233502"/>
          </a:xfrm>
          <a:prstGeom prst="rect">
            <a:avLst/>
          </a:prstGeom>
          <a:solidFill>
            <a:schemeClr val="accent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marL="0" marR="0" lvl="0" indent="0" algn="l" defTabSz="914400" rtl="0" eaLnBrk="1" fontAlgn="auto" latinLnBrk="0" hangingPunct="1">
              <a:lnSpc>
                <a:spcPct val="100000"/>
              </a:lnSpc>
              <a:spcBef>
                <a:spcPts val="0"/>
              </a:spcBef>
              <a:spcAft>
                <a:spcPts val="1000"/>
              </a:spcAft>
              <a:buClr>
                <a:schemeClr val="tx1">
                  <a:lumMod val="50000"/>
                  <a:lumOff val="50000"/>
                </a:schemeClr>
              </a:buClr>
              <a:buSzTx/>
              <a:buFontTx/>
              <a:buNone/>
              <a:tabLst/>
              <a:defRPr/>
            </a:pPr>
            <a:endParaRPr lang="en-GB" sz="1200" kern="0" dirty="0">
              <a:solidFill>
                <a:sysClr val="windowText" lastClr="000000"/>
              </a:solidFill>
              <a:latin typeface="Franklin Gothic Book" panose="020B0503020102020204" pitchFamily="34" charset="0"/>
              <a:cs typeface="Calibri Light" panose="020F0302020204030204" pitchFamily="34" charset="0"/>
            </a:endParaRPr>
          </a:p>
        </p:txBody>
      </p:sp>
      <p:sp>
        <p:nvSpPr>
          <p:cNvPr id="24" name="Rectangle 23">
            <a:extLst>
              <a:ext uri="{FF2B5EF4-FFF2-40B4-BE49-F238E27FC236}">
                <a16:creationId xmlns:a16="http://schemas.microsoft.com/office/drawing/2014/main" id="{9A6F5635-02F3-829F-B778-4A766D8D4A2D}"/>
              </a:ext>
            </a:extLst>
          </p:cNvPr>
          <p:cNvSpPr/>
          <p:nvPr userDrawn="1"/>
        </p:nvSpPr>
        <p:spPr>
          <a:xfrm>
            <a:off x="7119143" y="1660596"/>
            <a:ext cx="1918020" cy="436418"/>
          </a:xfrm>
          <a:prstGeom prst="rect">
            <a:avLst/>
          </a:prstGeom>
          <a:solidFill>
            <a:schemeClr val="accent6"/>
          </a:solidFill>
          <a:ln>
            <a:noFill/>
          </a:ln>
        </p:spPr>
        <p:style>
          <a:lnRef idx="0">
            <a:schemeClr val="accent1"/>
          </a:lnRef>
          <a:fillRef idx="1">
            <a:schemeClr val="accent1"/>
          </a:fillRef>
          <a:effectRef idx="0">
            <a:srgbClr val="000000"/>
          </a:effectRef>
          <a:fontRef idx="minor">
            <a:schemeClr val="lt1"/>
          </a:fontRef>
        </p:style>
        <p:txBody>
          <a:bodyPr rtlCol="0" anchor="ctr"/>
          <a:lstStyle/>
          <a:p>
            <a:pPr algn="ctr"/>
            <a:endParaRPr lang="de-DE" sz="1100" dirty="0">
              <a:solidFill>
                <a:schemeClr val="bg1"/>
              </a:solidFill>
              <a:latin typeface="Franklin Gothic Medium" panose="020B0603020102020204" pitchFamily="34" charset="0"/>
            </a:endParaRPr>
          </a:p>
        </p:txBody>
      </p:sp>
      <p:sp>
        <p:nvSpPr>
          <p:cNvPr id="25" name="Rectangle 24">
            <a:extLst>
              <a:ext uri="{FF2B5EF4-FFF2-40B4-BE49-F238E27FC236}">
                <a16:creationId xmlns:a16="http://schemas.microsoft.com/office/drawing/2014/main" id="{3CBD6A50-2E1C-FDDB-2F9B-D9101B8535C5}"/>
              </a:ext>
            </a:extLst>
          </p:cNvPr>
          <p:cNvSpPr/>
          <p:nvPr userDrawn="1"/>
        </p:nvSpPr>
        <p:spPr>
          <a:xfrm>
            <a:off x="7121898" y="2160555"/>
            <a:ext cx="1915265" cy="3233502"/>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marL="0" marR="0" lvl="0" indent="0" algn="l" defTabSz="914400" rtl="0" eaLnBrk="1" fontAlgn="auto" latinLnBrk="0" hangingPunct="1">
              <a:lnSpc>
                <a:spcPct val="100000"/>
              </a:lnSpc>
              <a:spcBef>
                <a:spcPts val="0"/>
              </a:spcBef>
              <a:spcAft>
                <a:spcPts val="1000"/>
              </a:spcAft>
              <a:buClr>
                <a:schemeClr val="tx1">
                  <a:lumMod val="50000"/>
                  <a:lumOff val="50000"/>
                </a:schemeClr>
              </a:buClr>
              <a:buSzTx/>
              <a:buFontTx/>
              <a:buNone/>
              <a:tabLst/>
              <a:defRPr/>
            </a:pPr>
            <a:endParaRPr lang="en-GB" sz="1200" kern="0" dirty="0">
              <a:solidFill>
                <a:sysClr val="windowText" lastClr="000000"/>
              </a:solidFill>
              <a:latin typeface="Franklin Gothic Book" panose="020B0503020102020204" pitchFamily="34" charset="0"/>
              <a:cs typeface="Calibri Light" panose="020F0302020204030204" pitchFamily="34" charset="0"/>
            </a:endParaRPr>
          </a:p>
        </p:txBody>
      </p:sp>
      <p:sp>
        <p:nvSpPr>
          <p:cNvPr id="27" name="Rectangle 26">
            <a:extLst>
              <a:ext uri="{FF2B5EF4-FFF2-40B4-BE49-F238E27FC236}">
                <a16:creationId xmlns:a16="http://schemas.microsoft.com/office/drawing/2014/main" id="{B239B4FF-413F-3DBC-C6E4-087C951C5464}"/>
              </a:ext>
            </a:extLst>
          </p:cNvPr>
          <p:cNvSpPr/>
          <p:nvPr userDrawn="1"/>
        </p:nvSpPr>
        <p:spPr>
          <a:xfrm>
            <a:off x="9155998" y="1660596"/>
            <a:ext cx="1918020" cy="436418"/>
          </a:xfrm>
          <a:prstGeom prst="rect">
            <a:avLst/>
          </a:prstGeom>
          <a:solidFill>
            <a:schemeClr val="tx2">
              <a:lumMod val="60000"/>
              <a:lumOff val="40000"/>
            </a:schemeClr>
          </a:solidFill>
          <a:ln>
            <a:noFill/>
          </a:ln>
        </p:spPr>
        <p:style>
          <a:lnRef idx="0">
            <a:schemeClr val="accent1"/>
          </a:lnRef>
          <a:fillRef idx="1">
            <a:schemeClr val="accent1"/>
          </a:fillRef>
          <a:effectRef idx="0">
            <a:srgbClr val="000000"/>
          </a:effectRef>
          <a:fontRef idx="minor">
            <a:schemeClr val="lt1"/>
          </a:fontRef>
        </p:style>
        <p:txBody>
          <a:bodyPr rtlCol="0" anchor="ctr"/>
          <a:lstStyle/>
          <a:p>
            <a:pPr algn="ctr"/>
            <a:endParaRPr lang="de-DE" sz="1100" dirty="0">
              <a:solidFill>
                <a:schemeClr val="bg1"/>
              </a:solidFill>
              <a:latin typeface="Franklin Gothic Medium" panose="020B0603020102020204" pitchFamily="34" charset="0"/>
            </a:endParaRPr>
          </a:p>
        </p:txBody>
      </p:sp>
      <p:sp>
        <p:nvSpPr>
          <p:cNvPr id="28" name="Rectangle 27">
            <a:extLst>
              <a:ext uri="{FF2B5EF4-FFF2-40B4-BE49-F238E27FC236}">
                <a16:creationId xmlns:a16="http://schemas.microsoft.com/office/drawing/2014/main" id="{8CB8434E-9F38-4592-327E-51A570C73E09}"/>
              </a:ext>
            </a:extLst>
          </p:cNvPr>
          <p:cNvSpPr/>
          <p:nvPr userDrawn="1"/>
        </p:nvSpPr>
        <p:spPr>
          <a:xfrm>
            <a:off x="9158753" y="2160555"/>
            <a:ext cx="1915265" cy="3233502"/>
          </a:xfrm>
          <a:prstGeom prst="rect">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marL="0" marR="0" lvl="0" indent="0" algn="l" defTabSz="914400" rtl="0" eaLnBrk="1" fontAlgn="auto" latinLnBrk="0" hangingPunct="1">
              <a:lnSpc>
                <a:spcPct val="100000"/>
              </a:lnSpc>
              <a:spcBef>
                <a:spcPts val="0"/>
              </a:spcBef>
              <a:spcAft>
                <a:spcPts val="1000"/>
              </a:spcAft>
              <a:buClr>
                <a:schemeClr val="tx1">
                  <a:lumMod val="50000"/>
                  <a:lumOff val="50000"/>
                </a:schemeClr>
              </a:buClr>
              <a:buSzTx/>
              <a:buFontTx/>
              <a:buNone/>
              <a:tabLst/>
              <a:defRPr/>
            </a:pPr>
            <a:endParaRPr lang="en-GB" sz="1200" kern="0" dirty="0">
              <a:solidFill>
                <a:sysClr val="windowText" lastClr="000000"/>
              </a:solidFill>
              <a:latin typeface="Franklin Gothic Book" panose="020B0503020102020204" pitchFamily="34" charset="0"/>
              <a:cs typeface="Calibri Light" panose="020F0302020204030204" pitchFamily="34" charset="0"/>
            </a:endParaRPr>
          </a:p>
        </p:txBody>
      </p:sp>
      <p:sp>
        <p:nvSpPr>
          <p:cNvPr id="44" name="Text Placeholder 6">
            <a:extLst>
              <a:ext uri="{FF2B5EF4-FFF2-40B4-BE49-F238E27FC236}">
                <a16:creationId xmlns:a16="http://schemas.microsoft.com/office/drawing/2014/main" id="{1BA8130D-B7F2-9815-5056-6F334D4BBAEF}"/>
              </a:ext>
            </a:extLst>
          </p:cNvPr>
          <p:cNvSpPr>
            <a:spLocks noGrp="1"/>
          </p:cNvSpPr>
          <p:nvPr>
            <p:ph type="body" sz="quarter" idx="10" hasCustomPrompt="1"/>
          </p:nvPr>
        </p:nvSpPr>
        <p:spPr>
          <a:xfrm>
            <a:off x="1008584" y="1783909"/>
            <a:ext cx="1918018" cy="220506"/>
          </a:xfrm>
        </p:spPr>
        <p:txBody>
          <a:bodyPr>
            <a:noAutofit/>
          </a:bodyPr>
          <a:lstStyle>
            <a:lvl1pPr marL="0" indent="0" algn="ctr" fontAlgn="ctr">
              <a:spcBef>
                <a:spcPts val="0"/>
              </a:spcBef>
              <a:buFontTx/>
              <a:buNone/>
              <a:defRPr sz="1200" b="1" i="0" baseline="0">
                <a:solidFill>
                  <a:schemeClr val="bg1"/>
                </a:solidFill>
                <a:latin typeface="Acumin Pro Condensed Semibold" panose="020B0506020202020204" pitchFamily="34" charset="77"/>
              </a:defRPr>
            </a:lvl1pPr>
          </a:lstStyle>
          <a:p>
            <a:pPr lvl="0"/>
            <a:r>
              <a:rPr lang="en-US" dirty="0"/>
              <a:t>Click to edit Subhead</a:t>
            </a:r>
          </a:p>
        </p:txBody>
      </p:sp>
      <p:sp>
        <p:nvSpPr>
          <p:cNvPr id="45" name="Text Placeholder 6">
            <a:extLst>
              <a:ext uri="{FF2B5EF4-FFF2-40B4-BE49-F238E27FC236}">
                <a16:creationId xmlns:a16="http://schemas.microsoft.com/office/drawing/2014/main" id="{A41A66E4-0B84-E1FB-88CD-3E0E6E80C49D}"/>
              </a:ext>
            </a:extLst>
          </p:cNvPr>
          <p:cNvSpPr>
            <a:spLocks noGrp="1"/>
          </p:cNvSpPr>
          <p:nvPr>
            <p:ph type="body" sz="quarter" idx="28" hasCustomPrompt="1"/>
          </p:nvPr>
        </p:nvSpPr>
        <p:spPr>
          <a:xfrm>
            <a:off x="3045438" y="1768552"/>
            <a:ext cx="1918018" cy="220506"/>
          </a:xfrm>
        </p:spPr>
        <p:txBody>
          <a:bodyPr>
            <a:noAutofit/>
          </a:bodyPr>
          <a:lstStyle>
            <a:lvl1pPr marL="0" indent="0" algn="ctr" fontAlgn="ctr">
              <a:spcBef>
                <a:spcPts val="0"/>
              </a:spcBef>
              <a:buFontTx/>
              <a:buNone/>
              <a:defRPr sz="1200" b="1" i="0" baseline="0">
                <a:solidFill>
                  <a:schemeClr val="bg1"/>
                </a:solidFill>
                <a:latin typeface="Acumin Pro Condensed Semibold" panose="020B0506020202020204" pitchFamily="34" charset="77"/>
              </a:defRPr>
            </a:lvl1pPr>
          </a:lstStyle>
          <a:p>
            <a:pPr lvl="0"/>
            <a:r>
              <a:rPr lang="en-US" dirty="0"/>
              <a:t>Click to edit Subhead</a:t>
            </a:r>
          </a:p>
        </p:txBody>
      </p:sp>
      <p:sp>
        <p:nvSpPr>
          <p:cNvPr id="46" name="Text Placeholder 6">
            <a:extLst>
              <a:ext uri="{FF2B5EF4-FFF2-40B4-BE49-F238E27FC236}">
                <a16:creationId xmlns:a16="http://schemas.microsoft.com/office/drawing/2014/main" id="{235E5CE7-3D80-1BB5-DACD-8A63CA927E9A}"/>
              </a:ext>
            </a:extLst>
          </p:cNvPr>
          <p:cNvSpPr>
            <a:spLocks noGrp="1"/>
          </p:cNvSpPr>
          <p:nvPr>
            <p:ph type="body" sz="quarter" idx="29" hasCustomPrompt="1"/>
          </p:nvPr>
        </p:nvSpPr>
        <p:spPr>
          <a:xfrm>
            <a:off x="5082291" y="1768552"/>
            <a:ext cx="1918018" cy="220506"/>
          </a:xfrm>
        </p:spPr>
        <p:txBody>
          <a:bodyPr>
            <a:noAutofit/>
          </a:bodyPr>
          <a:lstStyle>
            <a:lvl1pPr marL="0" indent="0" algn="ctr" fontAlgn="ctr">
              <a:spcBef>
                <a:spcPts val="0"/>
              </a:spcBef>
              <a:buFontTx/>
              <a:buNone/>
              <a:defRPr sz="1200" b="1" i="0" baseline="0">
                <a:solidFill>
                  <a:schemeClr val="bg1"/>
                </a:solidFill>
                <a:latin typeface="Acumin Pro Condensed Semibold" panose="020B0506020202020204" pitchFamily="34" charset="77"/>
              </a:defRPr>
            </a:lvl1pPr>
          </a:lstStyle>
          <a:p>
            <a:pPr lvl="0"/>
            <a:r>
              <a:rPr lang="en-US" dirty="0"/>
              <a:t>Click to edit Subhead</a:t>
            </a:r>
          </a:p>
        </p:txBody>
      </p:sp>
      <p:sp>
        <p:nvSpPr>
          <p:cNvPr id="47" name="Text Placeholder 6">
            <a:extLst>
              <a:ext uri="{FF2B5EF4-FFF2-40B4-BE49-F238E27FC236}">
                <a16:creationId xmlns:a16="http://schemas.microsoft.com/office/drawing/2014/main" id="{685C02D4-EA4F-4962-D397-F6439EC5C6E9}"/>
              </a:ext>
            </a:extLst>
          </p:cNvPr>
          <p:cNvSpPr>
            <a:spLocks noGrp="1"/>
          </p:cNvSpPr>
          <p:nvPr>
            <p:ph type="body" sz="quarter" idx="30" hasCustomPrompt="1"/>
          </p:nvPr>
        </p:nvSpPr>
        <p:spPr>
          <a:xfrm>
            <a:off x="7119145" y="1768552"/>
            <a:ext cx="1918018" cy="220506"/>
          </a:xfrm>
        </p:spPr>
        <p:txBody>
          <a:bodyPr>
            <a:noAutofit/>
          </a:bodyPr>
          <a:lstStyle>
            <a:lvl1pPr marL="0" indent="0" algn="ctr" fontAlgn="ctr">
              <a:spcBef>
                <a:spcPts val="0"/>
              </a:spcBef>
              <a:buFontTx/>
              <a:buNone/>
              <a:defRPr sz="1200" b="1" i="0" baseline="0">
                <a:solidFill>
                  <a:schemeClr val="bg1"/>
                </a:solidFill>
                <a:latin typeface="Acumin Pro Condensed Semibold" panose="020B0506020202020204" pitchFamily="34" charset="77"/>
              </a:defRPr>
            </a:lvl1pPr>
          </a:lstStyle>
          <a:p>
            <a:pPr lvl="0"/>
            <a:r>
              <a:rPr lang="en-US" dirty="0"/>
              <a:t>Click to edit Subhead</a:t>
            </a:r>
          </a:p>
        </p:txBody>
      </p:sp>
      <p:sp>
        <p:nvSpPr>
          <p:cNvPr id="48" name="Text Placeholder 6">
            <a:extLst>
              <a:ext uri="{FF2B5EF4-FFF2-40B4-BE49-F238E27FC236}">
                <a16:creationId xmlns:a16="http://schemas.microsoft.com/office/drawing/2014/main" id="{1F46F0A7-55C4-6BAE-BCB0-157A86C91997}"/>
              </a:ext>
            </a:extLst>
          </p:cNvPr>
          <p:cNvSpPr>
            <a:spLocks noGrp="1"/>
          </p:cNvSpPr>
          <p:nvPr>
            <p:ph type="body" sz="quarter" idx="31" hasCustomPrompt="1"/>
          </p:nvPr>
        </p:nvSpPr>
        <p:spPr>
          <a:xfrm>
            <a:off x="9156000" y="1770870"/>
            <a:ext cx="1918018" cy="220506"/>
          </a:xfrm>
        </p:spPr>
        <p:txBody>
          <a:bodyPr>
            <a:noAutofit/>
          </a:bodyPr>
          <a:lstStyle>
            <a:lvl1pPr marL="0" indent="0" algn="ctr" fontAlgn="ctr">
              <a:spcBef>
                <a:spcPts val="0"/>
              </a:spcBef>
              <a:buFontTx/>
              <a:buNone/>
              <a:defRPr sz="1200" b="1" i="0" baseline="0">
                <a:solidFill>
                  <a:schemeClr val="bg1"/>
                </a:solidFill>
                <a:latin typeface="Acumin Pro Condensed Semibold" panose="020B0506020202020204" pitchFamily="34" charset="77"/>
              </a:defRPr>
            </a:lvl1pPr>
          </a:lstStyle>
          <a:p>
            <a:pPr lvl="0"/>
            <a:r>
              <a:rPr lang="en-US" dirty="0"/>
              <a:t>Click to edit Subhead</a:t>
            </a:r>
          </a:p>
        </p:txBody>
      </p:sp>
      <p:sp>
        <p:nvSpPr>
          <p:cNvPr id="49" name="Text Placeholder 3">
            <a:extLst>
              <a:ext uri="{FF2B5EF4-FFF2-40B4-BE49-F238E27FC236}">
                <a16:creationId xmlns:a16="http://schemas.microsoft.com/office/drawing/2014/main" id="{9E69C3F7-0A3A-FAC2-6540-8BB750E9AA4C}"/>
              </a:ext>
            </a:extLst>
          </p:cNvPr>
          <p:cNvSpPr>
            <a:spLocks noGrp="1"/>
          </p:cNvSpPr>
          <p:nvPr>
            <p:ph type="body" sz="half" idx="2"/>
          </p:nvPr>
        </p:nvSpPr>
        <p:spPr>
          <a:xfrm>
            <a:off x="1117982" y="2312717"/>
            <a:ext cx="1658269" cy="2958028"/>
          </a:xfrm>
        </p:spPr>
        <p:txBody>
          <a:bodyPr>
            <a:normAutofit/>
          </a:bodyPr>
          <a:lstStyle>
            <a:lvl1pPr marL="0" indent="0">
              <a:buNone/>
              <a:defRPr sz="12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0" name="Text Placeholder 3">
            <a:extLst>
              <a:ext uri="{FF2B5EF4-FFF2-40B4-BE49-F238E27FC236}">
                <a16:creationId xmlns:a16="http://schemas.microsoft.com/office/drawing/2014/main" id="{040CB427-2320-1A81-037C-6D83BCA5B36F}"/>
              </a:ext>
            </a:extLst>
          </p:cNvPr>
          <p:cNvSpPr>
            <a:spLocks noGrp="1"/>
          </p:cNvSpPr>
          <p:nvPr>
            <p:ph type="body" sz="half" idx="32"/>
          </p:nvPr>
        </p:nvSpPr>
        <p:spPr>
          <a:xfrm>
            <a:off x="3175312" y="2299864"/>
            <a:ext cx="1658269" cy="2958028"/>
          </a:xfrm>
        </p:spPr>
        <p:txBody>
          <a:bodyPr>
            <a:normAutofit/>
          </a:bodyPr>
          <a:lstStyle>
            <a:lvl1pPr marL="0" indent="0">
              <a:buNone/>
              <a:defRPr sz="12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1" name="Text Placeholder 3">
            <a:extLst>
              <a:ext uri="{FF2B5EF4-FFF2-40B4-BE49-F238E27FC236}">
                <a16:creationId xmlns:a16="http://schemas.microsoft.com/office/drawing/2014/main" id="{3144BCA8-7BD5-8323-CDAB-E5362D78AA68}"/>
              </a:ext>
            </a:extLst>
          </p:cNvPr>
          <p:cNvSpPr>
            <a:spLocks noGrp="1"/>
          </p:cNvSpPr>
          <p:nvPr>
            <p:ph type="body" sz="half" idx="33"/>
          </p:nvPr>
        </p:nvSpPr>
        <p:spPr>
          <a:xfrm>
            <a:off x="5212165" y="2298292"/>
            <a:ext cx="1658269" cy="2958028"/>
          </a:xfrm>
        </p:spPr>
        <p:txBody>
          <a:bodyPr>
            <a:normAutofit/>
          </a:bodyPr>
          <a:lstStyle>
            <a:lvl1pPr marL="0" indent="0">
              <a:buNone/>
              <a:defRPr sz="12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2" name="Text Placeholder 3">
            <a:extLst>
              <a:ext uri="{FF2B5EF4-FFF2-40B4-BE49-F238E27FC236}">
                <a16:creationId xmlns:a16="http://schemas.microsoft.com/office/drawing/2014/main" id="{82EC0719-39BA-B2AB-F29D-3C947DC78925}"/>
              </a:ext>
            </a:extLst>
          </p:cNvPr>
          <p:cNvSpPr>
            <a:spLocks noGrp="1"/>
          </p:cNvSpPr>
          <p:nvPr>
            <p:ph type="body" sz="half" idx="34"/>
          </p:nvPr>
        </p:nvSpPr>
        <p:spPr>
          <a:xfrm>
            <a:off x="7249018" y="2298292"/>
            <a:ext cx="1658269" cy="2958028"/>
          </a:xfrm>
        </p:spPr>
        <p:txBody>
          <a:bodyPr>
            <a:normAutofit/>
          </a:bodyPr>
          <a:lstStyle>
            <a:lvl1pPr marL="0" indent="0">
              <a:buNone/>
              <a:defRPr sz="12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3" name="Text Placeholder 3">
            <a:extLst>
              <a:ext uri="{FF2B5EF4-FFF2-40B4-BE49-F238E27FC236}">
                <a16:creationId xmlns:a16="http://schemas.microsoft.com/office/drawing/2014/main" id="{B939ED29-1A95-3771-8E52-C1F99F848ABD}"/>
              </a:ext>
            </a:extLst>
          </p:cNvPr>
          <p:cNvSpPr>
            <a:spLocks noGrp="1"/>
          </p:cNvSpPr>
          <p:nvPr>
            <p:ph type="body" sz="half" idx="35"/>
          </p:nvPr>
        </p:nvSpPr>
        <p:spPr>
          <a:xfrm>
            <a:off x="9285873" y="2312717"/>
            <a:ext cx="1658269" cy="2958028"/>
          </a:xfrm>
        </p:spPr>
        <p:txBody>
          <a:bodyPr>
            <a:normAutofit/>
          </a:bodyPr>
          <a:lstStyle>
            <a:lvl1pPr marL="0" indent="0">
              <a:buNone/>
              <a:defRPr sz="12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4" name="Text Placeholder 13">
            <a:extLst>
              <a:ext uri="{FF2B5EF4-FFF2-40B4-BE49-F238E27FC236}">
                <a16:creationId xmlns:a16="http://schemas.microsoft.com/office/drawing/2014/main" id="{F45DEB53-8B0A-80C6-DDED-B72344235087}"/>
              </a:ext>
            </a:extLst>
          </p:cNvPr>
          <p:cNvSpPr>
            <a:spLocks noGrp="1"/>
          </p:cNvSpPr>
          <p:nvPr>
            <p:ph type="body" sz="quarter" idx="15" hasCustomPrompt="1"/>
          </p:nvPr>
        </p:nvSpPr>
        <p:spPr>
          <a:xfrm>
            <a:off x="457200" y="954291"/>
            <a:ext cx="11277600" cy="365760"/>
          </a:xfrm>
        </p:spPr>
        <p:txBody>
          <a:bodyPr>
            <a:noAutofit/>
          </a:bodyPr>
          <a:lstStyle>
            <a:lvl1pPr marL="0" indent="0" algn="l">
              <a:buNone/>
              <a:defRPr sz="2200" b="1" i="0" baseline="0">
                <a:solidFill>
                  <a:schemeClr val="accent4">
                    <a:lumMod val="65000"/>
                  </a:schemeClr>
                </a:solidFill>
                <a:latin typeface="Acumin Pro Condensed Semibold" panose="020B0506020202020204" pitchFamily="34" charset="77"/>
              </a:defRPr>
            </a:lvl1pPr>
          </a:lstStyle>
          <a:p>
            <a:pPr lvl="0"/>
            <a:r>
              <a:rPr lang="en-US" dirty="0"/>
              <a:t>Click to add subhead</a:t>
            </a:r>
          </a:p>
        </p:txBody>
      </p:sp>
      <p:sp>
        <p:nvSpPr>
          <p:cNvPr id="4" name="Footer Placeholder 3">
            <a:extLst>
              <a:ext uri="{FF2B5EF4-FFF2-40B4-BE49-F238E27FC236}">
                <a16:creationId xmlns:a16="http://schemas.microsoft.com/office/drawing/2014/main" id="{3AE58850-3E44-9220-12DF-98BC6F729C54}"/>
              </a:ext>
            </a:extLst>
          </p:cNvPr>
          <p:cNvSpPr>
            <a:spLocks noGrp="1"/>
          </p:cNvSpPr>
          <p:nvPr>
            <p:ph type="ftr" sz="quarter" idx="36"/>
          </p:nvPr>
        </p:nvSpPr>
        <p:spPr/>
        <p:txBody>
          <a:bodyPr/>
          <a:lstStyle/>
          <a:p>
            <a:pPr algn="r"/>
            <a:r>
              <a:rPr lang="en-US"/>
              <a:t>3/31/23            </a:t>
            </a:r>
            <a:fld id="{2D8F9ACA-D6C0-E54C-B1B8-E9196C9CD104}" type="slidenum">
              <a:rPr lang="en-US" smtClean="0"/>
              <a:pPr algn="r"/>
              <a:t>‹#›</a:t>
            </a:fld>
            <a:endParaRPr lang="en-US" dirty="0"/>
          </a:p>
        </p:txBody>
      </p:sp>
      <p:pic>
        <p:nvPicPr>
          <p:cNvPr id="34" name="Picture 33">
            <a:extLst>
              <a:ext uri="{FF2B5EF4-FFF2-40B4-BE49-F238E27FC236}">
                <a16:creationId xmlns:a16="http://schemas.microsoft.com/office/drawing/2014/main" id="{6560D941-1465-1D4A-A847-2D1234C8DA6B}"/>
              </a:ext>
            </a:extLst>
          </p:cNvPr>
          <p:cNvPicPr>
            <a:picLocks noChangeAspect="1"/>
          </p:cNvPicPr>
          <p:nvPr userDrawn="1"/>
        </p:nvPicPr>
        <p:blipFill>
          <a:blip r:embed="rId2"/>
          <a:stretch>
            <a:fillRect/>
          </a:stretch>
        </p:blipFill>
        <p:spPr>
          <a:xfrm>
            <a:off x="437607" y="6218750"/>
            <a:ext cx="3362231" cy="356001"/>
          </a:xfrm>
          <a:prstGeom prst="rect">
            <a:avLst/>
          </a:prstGeom>
        </p:spPr>
      </p:pic>
    </p:spTree>
    <p:extLst>
      <p:ext uri="{BB962C8B-B14F-4D97-AF65-F5344CB8AC3E}">
        <p14:creationId xmlns:p14="http://schemas.microsoft.com/office/powerpoint/2010/main" val="3347540712"/>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Photo with Caption - Black Diagonal">
    <p:bg>
      <p:bgPr>
        <a:solidFill>
          <a:schemeClr val="bg1"/>
        </a:solidFill>
        <a:effectLst/>
      </p:bgPr>
    </p:bg>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DC36684E-7DEE-F47A-FA01-89E8EC8104A0}"/>
              </a:ext>
            </a:extLst>
          </p:cNvPr>
          <p:cNvSpPr>
            <a:spLocks noGrp="1"/>
          </p:cNvSpPr>
          <p:nvPr>
            <p:ph type="pic" sz="quarter" idx="11"/>
          </p:nvPr>
        </p:nvSpPr>
        <p:spPr>
          <a:xfrm>
            <a:off x="5610386" y="-9524"/>
            <a:ext cx="6581614" cy="6867524"/>
          </a:xfrm>
          <a:ln>
            <a:noFill/>
          </a:ln>
        </p:spPr>
        <p:txBody>
          <a:bodyPr/>
          <a:lstStyle/>
          <a:p>
            <a:r>
              <a:rPr lang="en-US"/>
              <a:t>Click icon to add picture</a:t>
            </a:r>
          </a:p>
        </p:txBody>
      </p:sp>
      <p:sp>
        <p:nvSpPr>
          <p:cNvPr id="5" name="Rectangle 4">
            <a:extLst>
              <a:ext uri="{FF2B5EF4-FFF2-40B4-BE49-F238E27FC236}">
                <a16:creationId xmlns:a16="http://schemas.microsoft.com/office/drawing/2014/main" id="{3500C207-AC1E-087B-DE95-A55BC82CAF9A}"/>
              </a:ext>
            </a:extLst>
          </p:cNvPr>
          <p:cNvSpPr/>
          <p:nvPr userDrawn="1"/>
        </p:nvSpPr>
        <p:spPr>
          <a:xfrm>
            <a:off x="0" y="-9440"/>
            <a:ext cx="7284203" cy="6882938"/>
          </a:xfrm>
          <a:custGeom>
            <a:avLst/>
            <a:gdLst>
              <a:gd name="connsiteX0" fmla="*/ 0 w 7284203"/>
              <a:gd name="connsiteY0" fmla="*/ 0 h 6867440"/>
              <a:gd name="connsiteX1" fmla="*/ 7284203 w 7284203"/>
              <a:gd name="connsiteY1" fmla="*/ 0 h 6867440"/>
              <a:gd name="connsiteX2" fmla="*/ 7284203 w 7284203"/>
              <a:gd name="connsiteY2" fmla="*/ 6867440 h 6867440"/>
              <a:gd name="connsiteX3" fmla="*/ 0 w 7284203"/>
              <a:gd name="connsiteY3" fmla="*/ 6867440 h 6867440"/>
              <a:gd name="connsiteX4" fmla="*/ 0 w 7284203"/>
              <a:gd name="connsiteY4" fmla="*/ 0 h 6867440"/>
              <a:gd name="connsiteX0" fmla="*/ 0 w 7284203"/>
              <a:gd name="connsiteY0" fmla="*/ 0 h 6867440"/>
              <a:gd name="connsiteX1" fmla="*/ 7284203 w 7284203"/>
              <a:gd name="connsiteY1" fmla="*/ 0 h 6867440"/>
              <a:gd name="connsiteX2" fmla="*/ 5114441 w 7284203"/>
              <a:gd name="connsiteY2" fmla="*/ 6867440 h 6867440"/>
              <a:gd name="connsiteX3" fmla="*/ 0 w 7284203"/>
              <a:gd name="connsiteY3" fmla="*/ 6867440 h 6867440"/>
              <a:gd name="connsiteX4" fmla="*/ 0 w 7284203"/>
              <a:gd name="connsiteY4" fmla="*/ 0 h 6867440"/>
              <a:gd name="connsiteX0" fmla="*/ 0 w 7284203"/>
              <a:gd name="connsiteY0" fmla="*/ 0 h 6882938"/>
              <a:gd name="connsiteX1" fmla="*/ 7284203 w 7284203"/>
              <a:gd name="connsiteY1" fmla="*/ 0 h 6882938"/>
              <a:gd name="connsiteX2" fmla="*/ 5610386 w 7284203"/>
              <a:gd name="connsiteY2" fmla="*/ 6882938 h 6882938"/>
              <a:gd name="connsiteX3" fmla="*/ 0 w 7284203"/>
              <a:gd name="connsiteY3" fmla="*/ 6867440 h 6882938"/>
              <a:gd name="connsiteX4" fmla="*/ 0 w 7284203"/>
              <a:gd name="connsiteY4" fmla="*/ 0 h 68829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284203" h="6882938">
                <a:moveTo>
                  <a:pt x="0" y="0"/>
                </a:moveTo>
                <a:lnTo>
                  <a:pt x="7284203" y="0"/>
                </a:lnTo>
                <a:lnTo>
                  <a:pt x="5610386" y="6882938"/>
                </a:lnTo>
                <a:lnTo>
                  <a:pt x="0" y="6867440"/>
                </a:lnTo>
                <a:lnTo>
                  <a:pt x="0" y="0"/>
                </a:lnTo>
                <a:close/>
              </a:path>
            </a:pathLst>
          </a:cu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11" name="Title 1">
            <a:extLst>
              <a:ext uri="{FF2B5EF4-FFF2-40B4-BE49-F238E27FC236}">
                <a16:creationId xmlns:a16="http://schemas.microsoft.com/office/drawing/2014/main" id="{B2696218-EA6F-DE53-DF14-6383AEA46217}"/>
              </a:ext>
            </a:extLst>
          </p:cNvPr>
          <p:cNvSpPr>
            <a:spLocks noGrp="1"/>
          </p:cNvSpPr>
          <p:nvPr>
            <p:ph type="title"/>
          </p:nvPr>
        </p:nvSpPr>
        <p:spPr>
          <a:xfrm>
            <a:off x="1142005" y="891153"/>
            <a:ext cx="3932237" cy="1600200"/>
          </a:xfrm>
        </p:spPr>
        <p:txBody>
          <a:bodyPr anchor="b"/>
          <a:lstStyle>
            <a:lvl1pPr>
              <a:defRPr sz="3200">
                <a:solidFill>
                  <a:schemeClr val="bg1"/>
                </a:solidFill>
              </a:defRPr>
            </a:lvl1pPr>
          </a:lstStyle>
          <a:p>
            <a:r>
              <a:rPr lang="en-US"/>
              <a:t>Click to edit Master title style</a:t>
            </a:r>
            <a:endParaRPr lang="en-US" dirty="0"/>
          </a:p>
        </p:txBody>
      </p:sp>
      <p:sp>
        <p:nvSpPr>
          <p:cNvPr id="12" name="Text Placeholder 3">
            <a:extLst>
              <a:ext uri="{FF2B5EF4-FFF2-40B4-BE49-F238E27FC236}">
                <a16:creationId xmlns:a16="http://schemas.microsoft.com/office/drawing/2014/main" id="{4B620EBE-30BB-D534-67D3-D8578AA6839B}"/>
              </a:ext>
            </a:extLst>
          </p:cNvPr>
          <p:cNvSpPr>
            <a:spLocks noGrp="1"/>
          </p:cNvSpPr>
          <p:nvPr>
            <p:ph type="body" sz="half" idx="2"/>
          </p:nvPr>
        </p:nvSpPr>
        <p:spPr>
          <a:xfrm>
            <a:off x="1142005" y="2491353"/>
            <a:ext cx="3932237" cy="3811588"/>
          </a:xfrm>
        </p:spPr>
        <p:txBody>
          <a:bodyPr/>
          <a:lstStyle>
            <a:lvl1pPr marL="0" indent="0">
              <a:buNone/>
              <a:defRPr sz="1600">
                <a:solidFill>
                  <a:schemeClr val="bg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2" name="Footer Placeholder 1">
            <a:extLst>
              <a:ext uri="{FF2B5EF4-FFF2-40B4-BE49-F238E27FC236}">
                <a16:creationId xmlns:a16="http://schemas.microsoft.com/office/drawing/2014/main" id="{6A0ED9A8-0DA3-BC24-94A1-086C8ECA8189}"/>
              </a:ext>
            </a:extLst>
          </p:cNvPr>
          <p:cNvSpPr>
            <a:spLocks noGrp="1"/>
          </p:cNvSpPr>
          <p:nvPr>
            <p:ph type="ftr" sz="quarter" idx="12"/>
          </p:nvPr>
        </p:nvSpPr>
        <p:spPr/>
        <p:txBody>
          <a:bodyPr/>
          <a:lstStyle/>
          <a:p>
            <a:pPr algn="r"/>
            <a:r>
              <a:rPr lang="en-US"/>
              <a:t>3/31/23            ‹#›</a:t>
            </a:r>
            <a:endParaRPr lang="en-US" dirty="0"/>
          </a:p>
        </p:txBody>
      </p:sp>
      <p:pic>
        <p:nvPicPr>
          <p:cNvPr id="8" name="Picture 7">
            <a:extLst>
              <a:ext uri="{FF2B5EF4-FFF2-40B4-BE49-F238E27FC236}">
                <a16:creationId xmlns:a16="http://schemas.microsoft.com/office/drawing/2014/main" id="{EF9D8470-6707-634E-83EB-0AE05382F667}"/>
              </a:ext>
            </a:extLst>
          </p:cNvPr>
          <p:cNvPicPr>
            <a:picLocks noChangeAspect="1"/>
          </p:cNvPicPr>
          <p:nvPr userDrawn="1"/>
        </p:nvPicPr>
        <p:blipFill>
          <a:blip r:embed="rId2"/>
          <a:stretch>
            <a:fillRect/>
          </a:stretch>
        </p:blipFill>
        <p:spPr>
          <a:xfrm>
            <a:off x="437607" y="6218750"/>
            <a:ext cx="3362231" cy="356000"/>
          </a:xfrm>
          <a:prstGeom prst="rect">
            <a:avLst/>
          </a:prstGeom>
        </p:spPr>
      </p:pic>
    </p:spTree>
    <p:extLst>
      <p:ext uri="{BB962C8B-B14F-4D97-AF65-F5344CB8AC3E}">
        <p14:creationId xmlns:p14="http://schemas.microsoft.com/office/powerpoint/2010/main" val="1546374836"/>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Photo with Caption - White Diagonal">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3500C207-AC1E-087B-DE95-A55BC82CAF9A}"/>
              </a:ext>
            </a:extLst>
          </p:cNvPr>
          <p:cNvSpPr/>
          <p:nvPr userDrawn="1"/>
        </p:nvSpPr>
        <p:spPr>
          <a:xfrm>
            <a:off x="0" y="0"/>
            <a:ext cx="7284203" cy="6882938"/>
          </a:xfrm>
          <a:custGeom>
            <a:avLst/>
            <a:gdLst>
              <a:gd name="connsiteX0" fmla="*/ 0 w 7284203"/>
              <a:gd name="connsiteY0" fmla="*/ 0 h 6867440"/>
              <a:gd name="connsiteX1" fmla="*/ 7284203 w 7284203"/>
              <a:gd name="connsiteY1" fmla="*/ 0 h 6867440"/>
              <a:gd name="connsiteX2" fmla="*/ 7284203 w 7284203"/>
              <a:gd name="connsiteY2" fmla="*/ 6867440 h 6867440"/>
              <a:gd name="connsiteX3" fmla="*/ 0 w 7284203"/>
              <a:gd name="connsiteY3" fmla="*/ 6867440 h 6867440"/>
              <a:gd name="connsiteX4" fmla="*/ 0 w 7284203"/>
              <a:gd name="connsiteY4" fmla="*/ 0 h 6867440"/>
              <a:gd name="connsiteX0" fmla="*/ 0 w 7284203"/>
              <a:gd name="connsiteY0" fmla="*/ 0 h 6867440"/>
              <a:gd name="connsiteX1" fmla="*/ 7284203 w 7284203"/>
              <a:gd name="connsiteY1" fmla="*/ 0 h 6867440"/>
              <a:gd name="connsiteX2" fmla="*/ 5114441 w 7284203"/>
              <a:gd name="connsiteY2" fmla="*/ 6867440 h 6867440"/>
              <a:gd name="connsiteX3" fmla="*/ 0 w 7284203"/>
              <a:gd name="connsiteY3" fmla="*/ 6867440 h 6867440"/>
              <a:gd name="connsiteX4" fmla="*/ 0 w 7284203"/>
              <a:gd name="connsiteY4" fmla="*/ 0 h 6867440"/>
              <a:gd name="connsiteX0" fmla="*/ 0 w 7284203"/>
              <a:gd name="connsiteY0" fmla="*/ 0 h 6882938"/>
              <a:gd name="connsiteX1" fmla="*/ 7284203 w 7284203"/>
              <a:gd name="connsiteY1" fmla="*/ 0 h 6882938"/>
              <a:gd name="connsiteX2" fmla="*/ 5610386 w 7284203"/>
              <a:gd name="connsiteY2" fmla="*/ 6882938 h 6882938"/>
              <a:gd name="connsiteX3" fmla="*/ 0 w 7284203"/>
              <a:gd name="connsiteY3" fmla="*/ 6867440 h 6882938"/>
              <a:gd name="connsiteX4" fmla="*/ 0 w 7284203"/>
              <a:gd name="connsiteY4" fmla="*/ 0 h 68829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284203" h="6882938">
                <a:moveTo>
                  <a:pt x="0" y="0"/>
                </a:moveTo>
                <a:lnTo>
                  <a:pt x="7284203" y="0"/>
                </a:lnTo>
                <a:lnTo>
                  <a:pt x="5610386" y="6882938"/>
                </a:lnTo>
                <a:lnTo>
                  <a:pt x="0" y="6867440"/>
                </a:lnTo>
                <a:lnTo>
                  <a:pt x="0" y="0"/>
                </a:lnTo>
                <a:close/>
              </a:path>
            </a:pathLst>
          </a:custGeom>
          <a:solidFill>
            <a:schemeClr val="bg1"/>
          </a:solidFill>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10" name="Picture Placeholder 9">
            <a:extLst>
              <a:ext uri="{FF2B5EF4-FFF2-40B4-BE49-F238E27FC236}">
                <a16:creationId xmlns:a16="http://schemas.microsoft.com/office/drawing/2014/main" id="{DC36684E-7DEE-F47A-FA01-89E8EC8104A0}"/>
              </a:ext>
            </a:extLst>
          </p:cNvPr>
          <p:cNvSpPr>
            <a:spLocks noGrp="1"/>
          </p:cNvSpPr>
          <p:nvPr>
            <p:ph type="pic" sz="quarter" idx="11"/>
          </p:nvPr>
        </p:nvSpPr>
        <p:spPr>
          <a:xfrm>
            <a:off x="5610386" y="-9525"/>
            <a:ext cx="6581614" cy="6892463"/>
          </a:xfrm>
          <a:ln>
            <a:noFill/>
          </a:ln>
        </p:spPr>
        <p:txBody>
          <a:bodyPr/>
          <a:lstStyle/>
          <a:p>
            <a:r>
              <a:rPr lang="en-US"/>
              <a:t>Click icon to add picture</a:t>
            </a:r>
          </a:p>
        </p:txBody>
      </p:sp>
      <p:sp>
        <p:nvSpPr>
          <p:cNvPr id="11" name="Title 1">
            <a:extLst>
              <a:ext uri="{FF2B5EF4-FFF2-40B4-BE49-F238E27FC236}">
                <a16:creationId xmlns:a16="http://schemas.microsoft.com/office/drawing/2014/main" id="{B2696218-EA6F-DE53-DF14-6383AEA46217}"/>
              </a:ext>
            </a:extLst>
          </p:cNvPr>
          <p:cNvSpPr>
            <a:spLocks noGrp="1"/>
          </p:cNvSpPr>
          <p:nvPr>
            <p:ph type="title" hasCustomPrompt="1"/>
          </p:nvPr>
        </p:nvSpPr>
        <p:spPr>
          <a:xfrm>
            <a:off x="1142005" y="891153"/>
            <a:ext cx="3932237" cy="1600200"/>
          </a:xfrm>
        </p:spPr>
        <p:txBody>
          <a:bodyPr anchor="b"/>
          <a:lstStyle>
            <a:lvl1pPr>
              <a:defRPr sz="3200">
                <a:solidFill>
                  <a:schemeClr val="tx1"/>
                </a:solidFill>
              </a:defRPr>
            </a:lvl1pPr>
          </a:lstStyle>
          <a:p>
            <a:r>
              <a:rPr lang="en-US" dirty="0"/>
              <a:t>Click to add title</a:t>
            </a:r>
          </a:p>
        </p:txBody>
      </p:sp>
      <p:sp>
        <p:nvSpPr>
          <p:cNvPr id="12" name="Text Placeholder 3">
            <a:extLst>
              <a:ext uri="{FF2B5EF4-FFF2-40B4-BE49-F238E27FC236}">
                <a16:creationId xmlns:a16="http://schemas.microsoft.com/office/drawing/2014/main" id="{4B620EBE-30BB-D534-67D3-D8578AA6839B}"/>
              </a:ext>
            </a:extLst>
          </p:cNvPr>
          <p:cNvSpPr>
            <a:spLocks noGrp="1"/>
          </p:cNvSpPr>
          <p:nvPr>
            <p:ph type="body" sz="half" idx="2"/>
          </p:nvPr>
        </p:nvSpPr>
        <p:spPr>
          <a:xfrm>
            <a:off x="1142005" y="2491353"/>
            <a:ext cx="3932237" cy="3811588"/>
          </a:xfrm>
        </p:spPr>
        <p:txBody>
          <a:bodyPr/>
          <a:lstStyle>
            <a:lvl1pPr marL="0" indent="0">
              <a:buNone/>
              <a:defRPr sz="1600">
                <a:solidFill>
                  <a:schemeClr val="tx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2" name="Footer Placeholder 1">
            <a:extLst>
              <a:ext uri="{FF2B5EF4-FFF2-40B4-BE49-F238E27FC236}">
                <a16:creationId xmlns:a16="http://schemas.microsoft.com/office/drawing/2014/main" id="{7511E696-D9D7-67E3-048E-80603F311A2E}"/>
              </a:ext>
            </a:extLst>
          </p:cNvPr>
          <p:cNvSpPr>
            <a:spLocks noGrp="1"/>
          </p:cNvSpPr>
          <p:nvPr>
            <p:ph type="ftr" sz="quarter" idx="12"/>
          </p:nvPr>
        </p:nvSpPr>
        <p:spPr/>
        <p:txBody>
          <a:bodyPr/>
          <a:lstStyle/>
          <a:p>
            <a:pPr algn="r"/>
            <a:r>
              <a:rPr lang="en-US"/>
              <a:t>3/31/23            ‹#›</a:t>
            </a:r>
            <a:endParaRPr lang="en-US" dirty="0"/>
          </a:p>
        </p:txBody>
      </p:sp>
      <p:pic>
        <p:nvPicPr>
          <p:cNvPr id="16" name="Picture 15">
            <a:extLst>
              <a:ext uri="{FF2B5EF4-FFF2-40B4-BE49-F238E27FC236}">
                <a16:creationId xmlns:a16="http://schemas.microsoft.com/office/drawing/2014/main" id="{226D216B-E0D3-4D4A-9F8D-114C96758969}"/>
              </a:ext>
            </a:extLst>
          </p:cNvPr>
          <p:cNvPicPr>
            <a:picLocks noChangeAspect="1"/>
          </p:cNvPicPr>
          <p:nvPr userDrawn="1"/>
        </p:nvPicPr>
        <p:blipFill>
          <a:blip r:embed="rId2"/>
          <a:stretch>
            <a:fillRect/>
          </a:stretch>
        </p:blipFill>
        <p:spPr>
          <a:xfrm>
            <a:off x="437607" y="6218750"/>
            <a:ext cx="3362231" cy="356001"/>
          </a:xfrm>
          <a:prstGeom prst="rect">
            <a:avLst/>
          </a:prstGeom>
        </p:spPr>
      </p:pic>
    </p:spTree>
    <p:extLst>
      <p:ext uri="{BB962C8B-B14F-4D97-AF65-F5344CB8AC3E}">
        <p14:creationId xmlns:p14="http://schemas.microsoft.com/office/powerpoint/2010/main" val="3941502010"/>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End Slide - Black">
    <p:bg>
      <p:bgPr>
        <a:solidFill>
          <a:schemeClr val="tx1"/>
        </a:solidFill>
        <a:effectLst/>
      </p:bgPr>
    </p:bg>
    <p:spTree>
      <p:nvGrpSpPr>
        <p:cNvPr id="1" name=""/>
        <p:cNvGrpSpPr/>
        <p:nvPr/>
      </p:nvGrpSpPr>
      <p:grpSpPr>
        <a:xfrm>
          <a:off x="0" y="0"/>
          <a:ext cx="0" cy="0"/>
          <a:chOff x="0" y="0"/>
          <a:chExt cx="0" cy="0"/>
        </a:xfrm>
      </p:grpSpPr>
      <p:pic>
        <p:nvPicPr>
          <p:cNvPr id="2" name="Black Triangle">
            <a:extLst>
              <a:ext uri="{FF2B5EF4-FFF2-40B4-BE49-F238E27FC236}">
                <a16:creationId xmlns:a16="http://schemas.microsoft.com/office/drawing/2014/main" id="{E6FF8326-7C7F-B6EE-5081-7AD19B61BF99}"/>
              </a:ext>
            </a:extLst>
          </p:cNvPr>
          <p:cNvPicPr>
            <a:picLocks noChangeAspect="1"/>
          </p:cNvPicPr>
          <p:nvPr userDrawn="1"/>
        </p:nvPicPr>
        <p:blipFill>
          <a:blip r:embed="rId2"/>
          <a:stretch>
            <a:fillRect/>
          </a:stretch>
        </p:blipFill>
        <p:spPr>
          <a:xfrm>
            <a:off x="9956800" y="0"/>
            <a:ext cx="2235200" cy="6858000"/>
          </a:xfrm>
          <a:prstGeom prst="rect">
            <a:avLst/>
          </a:prstGeom>
          <a:noFill/>
        </p:spPr>
      </p:pic>
      <p:sp>
        <p:nvSpPr>
          <p:cNvPr id="6" name="Triangle 5">
            <a:extLst>
              <a:ext uri="{FF2B5EF4-FFF2-40B4-BE49-F238E27FC236}">
                <a16:creationId xmlns:a16="http://schemas.microsoft.com/office/drawing/2014/main" id="{47BD40D6-A6F9-8B8C-560F-0C7A97097E8F}"/>
              </a:ext>
            </a:extLst>
          </p:cNvPr>
          <p:cNvSpPr/>
          <p:nvPr userDrawn="1"/>
        </p:nvSpPr>
        <p:spPr>
          <a:xfrm>
            <a:off x="9954706" y="-9439"/>
            <a:ext cx="2246721" cy="6867440"/>
          </a:xfrm>
          <a:custGeom>
            <a:avLst/>
            <a:gdLst>
              <a:gd name="connsiteX0" fmla="*/ 0 w 2243579"/>
              <a:gd name="connsiteY0" fmla="*/ 0 h 6881568"/>
              <a:gd name="connsiteX1" fmla="*/ 2243579 w 2243579"/>
              <a:gd name="connsiteY1" fmla="*/ 0 h 6881568"/>
              <a:gd name="connsiteX2" fmla="*/ 2243579 w 2243579"/>
              <a:gd name="connsiteY2" fmla="*/ 6881568 h 6881568"/>
              <a:gd name="connsiteX3" fmla="*/ 0 w 2243579"/>
              <a:gd name="connsiteY3" fmla="*/ 6881568 h 6881568"/>
              <a:gd name="connsiteX4" fmla="*/ 0 w 2243579"/>
              <a:gd name="connsiteY4" fmla="*/ 0 h 6881568"/>
              <a:gd name="connsiteX0" fmla="*/ 1300899 w 2243579"/>
              <a:gd name="connsiteY0" fmla="*/ 565608 h 6881568"/>
              <a:gd name="connsiteX1" fmla="*/ 2243579 w 2243579"/>
              <a:gd name="connsiteY1" fmla="*/ 0 h 6881568"/>
              <a:gd name="connsiteX2" fmla="*/ 2243579 w 2243579"/>
              <a:gd name="connsiteY2" fmla="*/ 6881568 h 6881568"/>
              <a:gd name="connsiteX3" fmla="*/ 0 w 2243579"/>
              <a:gd name="connsiteY3" fmla="*/ 6881568 h 6881568"/>
              <a:gd name="connsiteX4" fmla="*/ 1300899 w 2243579"/>
              <a:gd name="connsiteY4" fmla="*/ 565608 h 6881568"/>
              <a:gd name="connsiteX0" fmla="*/ 1602557 w 2243579"/>
              <a:gd name="connsiteY0" fmla="*/ 18854 h 6881568"/>
              <a:gd name="connsiteX1" fmla="*/ 2243579 w 2243579"/>
              <a:gd name="connsiteY1" fmla="*/ 0 h 6881568"/>
              <a:gd name="connsiteX2" fmla="*/ 2243579 w 2243579"/>
              <a:gd name="connsiteY2" fmla="*/ 6881568 h 6881568"/>
              <a:gd name="connsiteX3" fmla="*/ 0 w 2243579"/>
              <a:gd name="connsiteY3" fmla="*/ 6881568 h 6881568"/>
              <a:gd name="connsiteX4" fmla="*/ 1602557 w 2243579"/>
              <a:gd name="connsiteY4" fmla="*/ 18854 h 6881568"/>
              <a:gd name="connsiteX0" fmla="*/ 1319753 w 1960775"/>
              <a:gd name="connsiteY0" fmla="*/ 18854 h 6881568"/>
              <a:gd name="connsiteX1" fmla="*/ 1960775 w 1960775"/>
              <a:gd name="connsiteY1" fmla="*/ 0 h 6881568"/>
              <a:gd name="connsiteX2" fmla="*/ 1960775 w 1960775"/>
              <a:gd name="connsiteY2" fmla="*/ 6881568 h 6881568"/>
              <a:gd name="connsiteX3" fmla="*/ 0 w 1960775"/>
              <a:gd name="connsiteY3" fmla="*/ 6806154 h 6881568"/>
              <a:gd name="connsiteX4" fmla="*/ 1319753 w 1960775"/>
              <a:gd name="connsiteY4" fmla="*/ 18854 h 6881568"/>
              <a:gd name="connsiteX0" fmla="*/ 1593130 w 2234152"/>
              <a:gd name="connsiteY0" fmla="*/ 18854 h 6881569"/>
              <a:gd name="connsiteX1" fmla="*/ 2234152 w 2234152"/>
              <a:gd name="connsiteY1" fmla="*/ 0 h 6881569"/>
              <a:gd name="connsiteX2" fmla="*/ 2234152 w 2234152"/>
              <a:gd name="connsiteY2" fmla="*/ 6881568 h 6881569"/>
              <a:gd name="connsiteX3" fmla="*/ 0 w 2234152"/>
              <a:gd name="connsiteY3" fmla="*/ 6881569 h 6881569"/>
              <a:gd name="connsiteX4" fmla="*/ 1593130 w 2234152"/>
              <a:gd name="connsiteY4" fmla="*/ 18854 h 6881569"/>
              <a:gd name="connsiteX0" fmla="*/ 1583717 w 2234152"/>
              <a:gd name="connsiteY0" fmla="*/ 9420 h 6881569"/>
              <a:gd name="connsiteX1" fmla="*/ 2234152 w 2234152"/>
              <a:gd name="connsiteY1" fmla="*/ 0 h 6881569"/>
              <a:gd name="connsiteX2" fmla="*/ 2234152 w 2234152"/>
              <a:gd name="connsiteY2" fmla="*/ 6881568 h 6881569"/>
              <a:gd name="connsiteX3" fmla="*/ 0 w 2234152"/>
              <a:gd name="connsiteY3" fmla="*/ 6881569 h 6881569"/>
              <a:gd name="connsiteX4" fmla="*/ 1583717 w 2234152"/>
              <a:gd name="connsiteY4" fmla="*/ 9420 h 6881569"/>
              <a:gd name="connsiteX0" fmla="*/ 1583717 w 2243566"/>
              <a:gd name="connsiteY0" fmla="*/ 0 h 6872149"/>
              <a:gd name="connsiteX1" fmla="*/ 2243566 w 2243566"/>
              <a:gd name="connsiteY1" fmla="*/ 12 h 6872149"/>
              <a:gd name="connsiteX2" fmla="*/ 2234152 w 2243566"/>
              <a:gd name="connsiteY2" fmla="*/ 6872148 h 6872149"/>
              <a:gd name="connsiteX3" fmla="*/ 0 w 2243566"/>
              <a:gd name="connsiteY3" fmla="*/ 6872149 h 6872149"/>
              <a:gd name="connsiteX4" fmla="*/ 1583717 w 2243566"/>
              <a:gd name="connsiteY4" fmla="*/ 0 h 687214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43566" h="6872149">
                <a:moveTo>
                  <a:pt x="1583717" y="0"/>
                </a:moveTo>
                <a:lnTo>
                  <a:pt x="2243566" y="12"/>
                </a:lnTo>
                <a:lnTo>
                  <a:pt x="2234152" y="6872148"/>
                </a:lnTo>
                <a:lnTo>
                  <a:pt x="0" y="6872149"/>
                </a:lnTo>
                <a:lnTo>
                  <a:pt x="1583717" y="0"/>
                </a:lnTo>
                <a:close/>
              </a:path>
            </a:pathLst>
          </a:custGeom>
          <a:solidFill>
            <a:srgbClr val="CFB99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6">
            <a:extLst>
              <a:ext uri="{FF2B5EF4-FFF2-40B4-BE49-F238E27FC236}">
                <a16:creationId xmlns:a16="http://schemas.microsoft.com/office/drawing/2014/main" id="{11870E27-202E-F717-3FB6-D69451DF1391}"/>
              </a:ext>
            </a:extLst>
          </p:cNvPr>
          <p:cNvSpPr>
            <a:spLocks noGrp="1"/>
          </p:cNvSpPr>
          <p:nvPr>
            <p:ph type="title" hasCustomPrompt="1"/>
          </p:nvPr>
        </p:nvSpPr>
        <p:spPr>
          <a:xfrm>
            <a:off x="805070" y="2466280"/>
            <a:ext cx="7981645" cy="719757"/>
          </a:xfrm>
        </p:spPr>
        <p:txBody>
          <a:bodyPr>
            <a:noAutofit/>
          </a:bodyPr>
          <a:lstStyle>
            <a:lvl1pPr>
              <a:defRPr sz="9600" cap="none">
                <a:solidFill>
                  <a:schemeClr val="bg1"/>
                </a:solidFill>
              </a:defRPr>
            </a:lvl1pPr>
          </a:lstStyle>
          <a:p>
            <a:r>
              <a:rPr lang="en-US" dirty="0"/>
              <a:t>THANK YOU</a:t>
            </a:r>
          </a:p>
        </p:txBody>
      </p:sp>
      <p:sp>
        <p:nvSpPr>
          <p:cNvPr id="9" name="Text Placeholder 8">
            <a:extLst>
              <a:ext uri="{FF2B5EF4-FFF2-40B4-BE49-F238E27FC236}">
                <a16:creationId xmlns:a16="http://schemas.microsoft.com/office/drawing/2014/main" id="{3F3E966E-ACAB-E285-70D0-66AC08DF1386}"/>
              </a:ext>
            </a:extLst>
          </p:cNvPr>
          <p:cNvSpPr>
            <a:spLocks noGrp="1"/>
          </p:cNvSpPr>
          <p:nvPr>
            <p:ph type="body" sz="quarter" idx="10" hasCustomPrompt="1"/>
          </p:nvPr>
        </p:nvSpPr>
        <p:spPr>
          <a:xfrm>
            <a:off x="924339" y="3434010"/>
            <a:ext cx="7874567" cy="449263"/>
          </a:xfrm>
        </p:spPr>
        <p:txBody>
          <a:bodyPr>
            <a:normAutofit/>
          </a:bodyPr>
          <a:lstStyle>
            <a:lvl1pPr marL="0" indent="0">
              <a:buFontTx/>
              <a:buNone/>
              <a:defRPr sz="1800" b="0" i="0">
                <a:solidFill>
                  <a:schemeClr val="bg2"/>
                </a:solidFill>
                <a:latin typeface="Acumin Pro Medium" panose="020B0504020202020204" pitchFamily="34" charset="77"/>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Click to add contact info</a:t>
            </a:r>
          </a:p>
        </p:txBody>
      </p:sp>
      <p:pic>
        <p:nvPicPr>
          <p:cNvPr id="8" name="Picture 7">
            <a:extLst>
              <a:ext uri="{FF2B5EF4-FFF2-40B4-BE49-F238E27FC236}">
                <a16:creationId xmlns:a16="http://schemas.microsoft.com/office/drawing/2014/main" id="{DBC3A567-3D58-2F44-803E-CF1742FF8E2B}"/>
              </a:ext>
            </a:extLst>
          </p:cNvPr>
          <p:cNvPicPr>
            <a:picLocks noChangeAspect="1"/>
          </p:cNvPicPr>
          <p:nvPr userDrawn="1"/>
        </p:nvPicPr>
        <p:blipFill>
          <a:blip r:embed="rId3"/>
          <a:stretch>
            <a:fillRect/>
          </a:stretch>
        </p:blipFill>
        <p:spPr>
          <a:xfrm>
            <a:off x="1023988" y="5739523"/>
            <a:ext cx="5061844" cy="535960"/>
          </a:xfrm>
          <a:prstGeom prst="rect">
            <a:avLst/>
          </a:prstGeom>
        </p:spPr>
      </p:pic>
    </p:spTree>
    <p:extLst>
      <p:ext uri="{BB962C8B-B14F-4D97-AF65-F5344CB8AC3E}">
        <p14:creationId xmlns:p14="http://schemas.microsoft.com/office/powerpoint/2010/main" val="703653978"/>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End Slide - Gold">
    <p:bg>
      <p:bgPr>
        <a:solidFill>
          <a:schemeClr val="accent1"/>
        </a:solidFill>
        <a:effectLst/>
      </p:bgPr>
    </p:bg>
    <p:spTree>
      <p:nvGrpSpPr>
        <p:cNvPr id="1" name=""/>
        <p:cNvGrpSpPr/>
        <p:nvPr/>
      </p:nvGrpSpPr>
      <p:grpSpPr>
        <a:xfrm>
          <a:off x="0" y="0"/>
          <a:ext cx="0" cy="0"/>
          <a:chOff x="0" y="0"/>
          <a:chExt cx="0" cy="0"/>
        </a:xfrm>
      </p:grpSpPr>
      <p:pic>
        <p:nvPicPr>
          <p:cNvPr id="2" name="Black Triangle">
            <a:extLst>
              <a:ext uri="{FF2B5EF4-FFF2-40B4-BE49-F238E27FC236}">
                <a16:creationId xmlns:a16="http://schemas.microsoft.com/office/drawing/2014/main" id="{E6FF8326-7C7F-B6EE-5081-7AD19B61BF99}"/>
              </a:ext>
            </a:extLst>
          </p:cNvPr>
          <p:cNvPicPr>
            <a:picLocks noChangeAspect="1"/>
          </p:cNvPicPr>
          <p:nvPr userDrawn="1"/>
        </p:nvPicPr>
        <p:blipFill>
          <a:blip r:embed="rId2"/>
          <a:stretch>
            <a:fillRect/>
          </a:stretch>
        </p:blipFill>
        <p:spPr>
          <a:xfrm>
            <a:off x="9956800" y="0"/>
            <a:ext cx="2235200" cy="6858000"/>
          </a:xfrm>
          <a:prstGeom prst="rect">
            <a:avLst/>
          </a:prstGeom>
          <a:noFill/>
        </p:spPr>
      </p:pic>
      <p:sp>
        <p:nvSpPr>
          <p:cNvPr id="3" name="Title 6">
            <a:extLst>
              <a:ext uri="{FF2B5EF4-FFF2-40B4-BE49-F238E27FC236}">
                <a16:creationId xmlns:a16="http://schemas.microsoft.com/office/drawing/2014/main" id="{1648B145-A545-0D6D-AFF0-0F715C90759F}"/>
              </a:ext>
            </a:extLst>
          </p:cNvPr>
          <p:cNvSpPr>
            <a:spLocks noGrp="1"/>
          </p:cNvSpPr>
          <p:nvPr>
            <p:ph type="title" hasCustomPrompt="1"/>
          </p:nvPr>
        </p:nvSpPr>
        <p:spPr>
          <a:xfrm>
            <a:off x="805070" y="2466280"/>
            <a:ext cx="7981645" cy="719757"/>
          </a:xfrm>
        </p:spPr>
        <p:txBody>
          <a:bodyPr>
            <a:noAutofit/>
          </a:bodyPr>
          <a:lstStyle>
            <a:lvl1pPr>
              <a:defRPr sz="9600" cap="none">
                <a:solidFill>
                  <a:schemeClr val="tx1"/>
                </a:solidFill>
              </a:defRPr>
            </a:lvl1pPr>
          </a:lstStyle>
          <a:p>
            <a:r>
              <a:rPr lang="en-US" dirty="0"/>
              <a:t>THANK YOU</a:t>
            </a:r>
          </a:p>
        </p:txBody>
      </p:sp>
      <p:sp>
        <p:nvSpPr>
          <p:cNvPr id="5" name="Text Placeholder 8">
            <a:extLst>
              <a:ext uri="{FF2B5EF4-FFF2-40B4-BE49-F238E27FC236}">
                <a16:creationId xmlns:a16="http://schemas.microsoft.com/office/drawing/2014/main" id="{E3D40940-377F-6BBC-02CB-083B672BF56B}"/>
              </a:ext>
            </a:extLst>
          </p:cNvPr>
          <p:cNvSpPr>
            <a:spLocks noGrp="1"/>
          </p:cNvSpPr>
          <p:nvPr>
            <p:ph type="body" sz="quarter" idx="10" hasCustomPrompt="1"/>
          </p:nvPr>
        </p:nvSpPr>
        <p:spPr>
          <a:xfrm>
            <a:off x="924339" y="3434010"/>
            <a:ext cx="7874567" cy="449263"/>
          </a:xfrm>
        </p:spPr>
        <p:txBody>
          <a:bodyPr>
            <a:normAutofit/>
          </a:bodyPr>
          <a:lstStyle>
            <a:lvl1pPr marL="0" indent="0">
              <a:buFontTx/>
              <a:buNone/>
              <a:defRPr sz="1800" b="0" i="0">
                <a:solidFill>
                  <a:schemeClr val="tx1"/>
                </a:solidFill>
                <a:latin typeface="Acumin Pro Medium" panose="020B0504020202020204" pitchFamily="34" charset="77"/>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Click to add contact info</a:t>
            </a:r>
          </a:p>
        </p:txBody>
      </p:sp>
      <p:pic>
        <p:nvPicPr>
          <p:cNvPr id="6" name="Picture 5">
            <a:extLst>
              <a:ext uri="{FF2B5EF4-FFF2-40B4-BE49-F238E27FC236}">
                <a16:creationId xmlns:a16="http://schemas.microsoft.com/office/drawing/2014/main" id="{129A4D2F-F17A-B040-9E4F-AFE7D2510A31}"/>
              </a:ext>
            </a:extLst>
          </p:cNvPr>
          <p:cNvPicPr>
            <a:picLocks noChangeAspect="1"/>
          </p:cNvPicPr>
          <p:nvPr userDrawn="1"/>
        </p:nvPicPr>
        <p:blipFill>
          <a:blip r:embed="rId3"/>
          <a:stretch>
            <a:fillRect/>
          </a:stretch>
        </p:blipFill>
        <p:spPr>
          <a:xfrm>
            <a:off x="1023984" y="5739523"/>
            <a:ext cx="5061853" cy="535961"/>
          </a:xfrm>
          <a:prstGeom prst="rect">
            <a:avLst/>
          </a:prstGeom>
        </p:spPr>
      </p:pic>
    </p:spTree>
    <p:extLst>
      <p:ext uri="{BB962C8B-B14F-4D97-AF65-F5344CB8AC3E}">
        <p14:creationId xmlns:p14="http://schemas.microsoft.com/office/powerpoint/2010/main" val="1618025383"/>
      </p:ext>
    </p:extLst>
  </p:cSld>
  <p:clrMapOvr>
    <a:overrideClrMapping bg1="lt1" tx1="dk1" bg2="lt2" tx2="dk2" accent1="accent1" accent2="accent2" accent3="accent3" accent4="accent4" accent5="accent5" accent6="accent6" hlink="hlink" folHlink="folHlink"/>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 name="Footer Placeholder 5">
            <a:extLst>
              <a:ext uri="{FF2B5EF4-FFF2-40B4-BE49-F238E27FC236}">
                <a16:creationId xmlns:a16="http://schemas.microsoft.com/office/drawing/2014/main" id="{FF19200A-5F39-EB36-4116-B2C1717CC7AD}"/>
              </a:ext>
            </a:extLst>
          </p:cNvPr>
          <p:cNvSpPr>
            <a:spLocks noGrp="1"/>
          </p:cNvSpPr>
          <p:nvPr>
            <p:ph type="ftr" sz="quarter" idx="3"/>
          </p:nvPr>
        </p:nvSpPr>
        <p:spPr>
          <a:xfrm>
            <a:off x="9948231" y="6295058"/>
            <a:ext cx="1786567" cy="323970"/>
          </a:xfrm>
          <a:prstGeom prst="rect">
            <a:avLst/>
          </a:prstGeom>
        </p:spPr>
        <p:txBody>
          <a:bodyPr vert="horz" lIns="91440" tIns="45720" rIns="91440" bIns="45720" rtlCol="0" anchor="ctr"/>
          <a:lstStyle>
            <a:lvl1pPr algn="ctr">
              <a:defRPr sz="1100">
                <a:solidFill>
                  <a:schemeClr val="tx1">
                    <a:tint val="75000"/>
                  </a:schemeClr>
                </a:solidFill>
              </a:defRPr>
            </a:lvl1pPr>
          </a:lstStyle>
          <a:p>
            <a:pPr algn="r"/>
            <a:r>
              <a:rPr lang="en-US"/>
              <a:t>3/31/23            ‹#›</a:t>
            </a:r>
            <a:endParaRPr lang="en-US" dirty="0"/>
          </a:p>
        </p:txBody>
      </p:sp>
      <p:sp>
        <p:nvSpPr>
          <p:cNvPr id="2" name="Title Placeholder 1">
            <a:extLst>
              <a:ext uri="{FF2B5EF4-FFF2-40B4-BE49-F238E27FC236}">
                <a16:creationId xmlns:a16="http://schemas.microsoft.com/office/drawing/2014/main" id="{CAAF61CC-58D4-72CE-66CA-BFE87D085DCB}"/>
              </a:ext>
            </a:extLst>
          </p:cNvPr>
          <p:cNvSpPr>
            <a:spLocks noGrp="1"/>
          </p:cNvSpPr>
          <p:nvPr>
            <p:ph type="title"/>
          </p:nvPr>
        </p:nvSpPr>
        <p:spPr>
          <a:xfrm>
            <a:off x="468086" y="385004"/>
            <a:ext cx="11266714" cy="589032"/>
          </a:xfrm>
          <a:prstGeom prst="rect">
            <a:avLst/>
          </a:prstGeom>
        </p:spPr>
        <p:txBody>
          <a:bodyPr vert="horz" lIns="91440" tIns="45720" rIns="91440" bIns="45720" rtlCol="0" anchor="ctr">
            <a:normAutofit/>
          </a:bodyPr>
          <a:lstStyle/>
          <a:p>
            <a:r>
              <a:rPr lang="en-US" dirty="0"/>
              <a:t>Click to edit Master slide title</a:t>
            </a:r>
          </a:p>
        </p:txBody>
      </p:sp>
      <p:sp>
        <p:nvSpPr>
          <p:cNvPr id="3" name="Text Placeholder 2">
            <a:extLst>
              <a:ext uri="{FF2B5EF4-FFF2-40B4-BE49-F238E27FC236}">
                <a16:creationId xmlns:a16="http://schemas.microsoft.com/office/drawing/2014/main" id="{41FD4295-B2CD-F1FF-F99B-B267D1740FB9}"/>
              </a:ext>
            </a:extLst>
          </p:cNvPr>
          <p:cNvSpPr>
            <a:spLocks noGrp="1"/>
          </p:cNvSpPr>
          <p:nvPr>
            <p:ph type="body" idx="1"/>
          </p:nvPr>
        </p:nvSpPr>
        <p:spPr>
          <a:xfrm>
            <a:off x="468086" y="1192696"/>
            <a:ext cx="11266714" cy="4837991"/>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825614813"/>
      </p:ext>
    </p:extLst>
  </p:cSld>
  <p:clrMap bg1="lt1" tx1="dk1" bg2="lt2" tx2="dk2" accent1="accent1" accent2="accent2" accent3="accent3" accent4="accent4" accent5="accent5" accent6="accent6" hlink="hlink" folHlink="folHlink"/>
  <p:sldLayoutIdLst>
    <p:sldLayoutId id="2147483649" r:id="rId1"/>
    <p:sldLayoutId id="2147483686" r:id="rId2"/>
    <p:sldLayoutId id="2147483702" r:id="rId3"/>
    <p:sldLayoutId id="2147483708" r:id="rId4"/>
    <p:sldLayoutId id="2147483687" r:id="rId5"/>
    <p:sldLayoutId id="2147483714" r:id="rId6"/>
    <p:sldLayoutId id="2147483688" r:id="rId7"/>
    <p:sldLayoutId id="2147483650" r:id="rId8"/>
    <p:sldLayoutId id="2147483701" r:id="rId9"/>
    <p:sldLayoutId id="2147483711" r:id="rId10"/>
    <p:sldLayoutId id="2147483712" r:id="rId11"/>
    <p:sldLayoutId id="2147483656" r:id="rId12"/>
    <p:sldLayoutId id="2147483657" r:id="rId13"/>
    <p:sldLayoutId id="2147483706" r:id="rId14"/>
    <p:sldLayoutId id="2147483705" r:id="rId15"/>
    <p:sldLayoutId id="2147483707" r:id="rId16"/>
    <p:sldLayoutId id="2147483713" r:id="rId17"/>
    <p:sldLayoutId id="2147483709" r:id="rId18"/>
    <p:sldLayoutId id="2147483710" r:id="rId19"/>
    <p:sldLayoutId id="2147483653" r:id="rId20"/>
    <p:sldLayoutId id="2147483690" r:id="rId21"/>
    <p:sldLayoutId id="2147483704" r:id="rId22"/>
    <p:sldLayoutId id="2147483692" r:id="rId23"/>
    <p:sldLayoutId id="2147483693" r:id="rId24"/>
    <p:sldLayoutId id="2147483691" r:id="rId25"/>
    <p:sldLayoutId id="2147483703" r:id="rId26"/>
  </p:sldLayoutIdLst>
  <p:hf sldNum="0" hdr="0" dt="0"/>
  <p:txStyles>
    <p:titleStyle>
      <a:lvl1pPr algn="l" defTabSz="914400" rtl="0" eaLnBrk="1" fontAlgn="b" latinLnBrk="0" hangingPunct="1">
        <a:lnSpc>
          <a:spcPct val="90000"/>
        </a:lnSpc>
        <a:spcBef>
          <a:spcPct val="0"/>
        </a:spcBef>
        <a:buNone/>
        <a:defRPr lang="en-US" sz="4800" b="1" i="1" kern="1200" cap="none" baseline="0" dirty="0">
          <a:solidFill>
            <a:schemeClr val="tx1"/>
          </a:solidFill>
          <a:latin typeface="Acumin Pro Condensed Semibold" panose="020B0506020202020204" pitchFamily="34" charset="77"/>
          <a:ea typeface="+mj-ea"/>
          <a:cs typeface="+mj-cs"/>
        </a:defRPr>
      </a:lvl1pPr>
    </p:titleStyle>
    <p:bodyStyle>
      <a:lvl1pPr marL="228600" indent="-228600" algn="l" defTabSz="914400" rtl="0" eaLnBrk="1" latinLnBrk="0" hangingPunct="1">
        <a:lnSpc>
          <a:spcPct val="90000"/>
        </a:lnSpc>
        <a:spcBef>
          <a:spcPts val="1000"/>
        </a:spcBef>
        <a:buFont typeface="Wingdings" pitchFamily="2" charset="2"/>
        <a:buChar char="§"/>
        <a:defRPr sz="2000" b="0" i="0" kern="1200" baseline="0">
          <a:solidFill>
            <a:schemeClr val="tx1"/>
          </a:solidFill>
          <a:latin typeface="Acumin Pro" panose="020B0504020202020204" pitchFamily="34" charset="77"/>
          <a:ea typeface="+mn-ea"/>
          <a:cs typeface="+mn-cs"/>
        </a:defRPr>
      </a:lvl1pPr>
      <a:lvl2pPr marL="685800" indent="-228600" algn="l" defTabSz="914400" rtl="0" eaLnBrk="1" latinLnBrk="0" hangingPunct="1">
        <a:lnSpc>
          <a:spcPct val="90000"/>
        </a:lnSpc>
        <a:spcBef>
          <a:spcPts val="500"/>
        </a:spcBef>
        <a:buFont typeface="Wingdings" pitchFamily="2" charset="2"/>
        <a:buChar char="§"/>
        <a:defRPr sz="1800" b="0" i="0" kern="1200" baseline="0">
          <a:solidFill>
            <a:schemeClr val="tx1"/>
          </a:solidFill>
          <a:latin typeface="Acumin Pro" panose="020B0504020202020204" pitchFamily="34" charset="77"/>
          <a:ea typeface="+mn-ea"/>
          <a:cs typeface="+mn-cs"/>
        </a:defRPr>
      </a:lvl2pPr>
      <a:lvl3pPr marL="1143000" indent="-228600" algn="l" defTabSz="914400" rtl="0" eaLnBrk="1" latinLnBrk="0" hangingPunct="1">
        <a:lnSpc>
          <a:spcPct val="90000"/>
        </a:lnSpc>
        <a:spcBef>
          <a:spcPts val="500"/>
        </a:spcBef>
        <a:buFont typeface="Wingdings" pitchFamily="2" charset="2"/>
        <a:buChar char="§"/>
        <a:defRPr sz="1600" b="0" i="0" kern="1200" baseline="0">
          <a:solidFill>
            <a:schemeClr val="tx1"/>
          </a:solidFill>
          <a:latin typeface="Acumin Pro" panose="020B0504020202020204" pitchFamily="34" charset="77"/>
          <a:ea typeface="+mn-ea"/>
          <a:cs typeface="+mn-cs"/>
        </a:defRPr>
      </a:lvl3pPr>
      <a:lvl4pPr marL="1600200" indent="-228600" algn="l" defTabSz="914400" rtl="0" eaLnBrk="1" latinLnBrk="0" hangingPunct="1">
        <a:lnSpc>
          <a:spcPct val="90000"/>
        </a:lnSpc>
        <a:spcBef>
          <a:spcPts val="500"/>
        </a:spcBef>
        <a:buFont typeface="Wingdings" pitchFamily="2" charset="2"/>
        <a:buChar char="§"/>
        <a:defRPr sz="1500" b="0" i="0" kern="1200" baseline="0">
          <a:solidFill>
            <a:schemeClr val="tx1"/>
          </a:solidFill>
          <a:latin typeface="Acumin Pro" panose="020B0504020202020204" pitchFamily="34" charset="77"/>
          <a:ea typeface="+mn-ea"/>
          <a:cs typeface="+mn-cs"/>
        </a:defRPr>
      </a:lvl4pPr>
      <a:lvl5pPr marL="2057400" indent="-228600" algn="l" defTabSz="914400" rtl="0" eaLnBrk="1" latinLnBrk="0" hangingPunct="1">
        <a:lnSpc>
          <a:spcPct val="90000"/>
        </a:lnSpc>
        <a:spcBef>
          <a:spcPts val="500"/>
        </a:spcBef>
        <a:buFont typeface="Wingdings" pitchFamily="2" charset="2"/>
        <a:buChar char="§"/>
        <a:defRPr sz="1400" b="0" i="0" kern="1200" baseline="0">
          <a:solidFill>
            <a:schemeClr val="tx1"/>
          </a:solidFill>
          <a:latin typeface="Acumin Pro" panose="020B0504020202020204" pitchFamily="34"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DF09A7-CF48-9701-322A-A0BBD1C2F6CD}"/>
              </a:ext>
            </a:extLst>
          </p:cNvPr>
          <p:cNvSpPr>
            <a:spLocks noGrp="1"/>
          </p:cNvSpPr>
          <p:nvPr>
            <p:ph type="title"/>
          </p:nvPr>
        </p:nvSpPr>
        <p:spPr>
          <a:xfrm>
            <a:off x="1023257" y="369278"/>
            <a:ext cx="9130937" cy="2164162"/>
          </a:xfrm>
        </p:spPr>
        <p:txBody>
          <a:bodyPr/>
          <a:lstStyle/>
          <a:p>
            <a:r>
              <a:rPr lang="en-US" sz="4400" dirty="0"/>
              <a:t>DRIFT: Distributed Real-time Inertial and Frame Tracking on Resource-Constrained ESP32 Hardware</a:t>
            </a:r>
          </a:p>
        </p:txBody>
      </p:sp>
      <p:sp>
        <p:nvSpPr>
          <p:cNvPr id="3" name="Text Placeholder 2">
            <a:extLst>
              <a:ext uri="{FF2B5EF4-FFF2-40B4-BE49-F238E27FC236}">
                <a16:creationId xmlns:a16="http://schemas.microsoft.com/office/drawing/2014/main" id="{5991BF94-59A9-105F-273E-B29E440F2501}"/>
              </a:ext>
            </a:extLst>
          </p:cNvPr>
          <p:cNvSpPr>
            <a:spLocks noGrp="1"/>
          </p:cNvSpPr>
          <p:nvPr>
            <p:ph type="body" sz="quarter" idx="10"/>
          </p:nvPr>
        </p:nvSpPr>
        <p:spPr>
          <a:xfrm>
            <a:off x="1023257" y="2629338"/>
            <a:ext cx="7763458" cy="1054639"/>
          </a:xfrm>
        </p:spPr>
        <p:txBody>
          <a:bodyPr/>
          <a:lstStyle/>
          <a:p>
            <a:r>
              <a:rPr lang="en-US" dirty="0"/>
              <a:t>Phillipp Gery, Vedant Patkar, Francisco Benitez, Jack Kester and Sam Pisciotta</a:t>
            </a:r>
          </a:p>
        </p:txBody>
      </p:sp>
      <p:pic>
        <p:nvPicPr>
          <p:cNvPr id="10242" name="Picture 2" descr="Company directory | Würth Group">
            <a:extLst>
              <a:ext uri="{FF2B5EF4-FFF2-40B4-BE49-F238E27FC236}">
                <a16:creationId xmlns:a16="http://schemas.microsoft.com/office/drawing/2014/main" id="{8FFE6B49-BB9A-F93A-36D6-B2E38FB0D2B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437511" y="5495300"/>
            <a:ext cx="2483556" cy="99342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5499709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54B054-0AA1-6E63-9F7F-E92D1F08370A}"/>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E67A13A-BE9E-536D-0FCA-127F0FD264C2}"/>
              </a:ext>
            </a:extLst>
          </p:cNvPr>
          <p:cNvSpPr>
            <a:spLocks noGrp="1"/>
          </p:cNvSpPr>
          <p:nvPr>
            <p:ph idx="14"/>
          </p:nvPr>
        </p:nvSpPr>
        <p:spPr/>
        <p:txBody>
          <a:bodyPr/>
          <a:lstStyle/>
          <a:p>
            <a:pPr marL="342900" lvl="0">
              <a:spcAft>
                <a:spcPct val="0"/>
              </a:spcAft>
              <a:tabLst>
                <a:tab pos="5024438" algn="dec"/>
              </a:tabLst>
            </a:pPr>
            <a:r>
              <a:rPr lang="en-US" altLang="en-US" sz="1600" dirty="0"/>
              <a:t>Indoor, underground, GPS-denied → robots need self contained pose estimation </a:t>
            </a:r>
          </a:p>
          <a:p>
            <a:pPr marL="342900" lvl="0">
              <a:spcAft>
                <a:spcPct val="0"/>
              </a:spcAft>
              <a:tabLst>
                <a:tab pos="5141913" algn="l"/>
              </a:tabLst>
            </a:pPr>
            <a:r>
              <a:rPr lang="en-US" altLang="en-US" sz="1600" dirty="0"/>
              <a:t>State-of-the-art VIO (ORB-SLAM3, VINS-Mono) targets ARM Cortex-A / GPU </a:t>
            </a:r>
          </a:p>
          <a:p>
            <a:pPr marL="342900" lvl="0">
              <a:spcAft>
                <a:spcPct val="0"/>
              </a:spcAft>
            </a:pPr>
            <a:r>
              <a:rPr lang="en-US" altLang="en-US" sz="1600" dirty="0"/>
              <a:t>We target a ESP32-S3 — two orders of magnitude less compute </a:t>
            </a:r>
          </a:p>
          <a:p>
            <a:pPr marL="342900" lvl="0">
              <a:spcAft>
                <a:spcPct val="0"/>
              </a:spcAft>
            </a:pPr>
            <a:r>
              <a:rPr lang="en-US" altLang="en-US" sz="1600" dirty="0"/>
              <a:t>Why care? Inspection swarms, search-and-rescue,  indoor wearables — all deploy at MCU scale</a:t>
            </a:r>
          </a:p>
          <a:p>
            <a:endParaRPr lang="en-US" dirty="0"/>
          </a:p>
        </p:txBody>
      </p:sp>
      <p:sp>
        <p:nvSpPr>
          <p:cNvPr id="3" name="Title 2">
            <a:extLst>
              <a:ext uri="{FF2B5EF4-FFF2-40B4-BE49-F238E27FC236}">
                <a16:creationId xmlns:a16="http://schemas.microsoft.com/office/drawing/2014/main" id="{4536E87E-E9D9-6932-F09A-9B42F6BB29BC}"/>
              </a:ext>
            </a:extLst>
          </p:cNvPr>
          <p:cNvSpPr>
            <a:spLocks noGrp="1"/>
          </p:cNvSpPr>
          <p:nvPr>
            <p:ph type="title"/>
          </p:nvPr>
        </p:nvSpPr>
        <p:spPr/>
        <p:txBody>
          <a:bodyPr>
            <a:normAutofit fontScale="90000"/>
          </a:bodyPr>
          <a:lstStyle/>
          <a:p>
            <a:r>
              <a:rPr lang="en-US" dirty="0"/>
              <a:t>Localization Without GPS, Without a Real Computer</a:t>
            </a:r>
          </a:p>
        </p:txBody>
      </p:sp>
      <p:sp>
        <p:nvSpPr>
          <p:cNvPr id="4" name="Text Placeholder 3">
            <a:extLst>
              <a:ext uri="{FF2B5EF4-FFF2-40B4-BE49-F238E27FC236}">
                <a16:creationId xmlns:a16="http://schemas.microsoft.com/office/drawing/2014/main" id="{07DE2506-ABBD-18DB-C243-7E91228AEC17}"/>
              </a:ext>
            </a:extLst>
          </p:cNvPr>
          <p:cNvSpPr>
            <a:spLocks noGrp="1"/>
          </p:cNvSpPr>
          <p:nvPr>
            <p:ph type="body" sz="quarter" idx="11"/>
          </p:nvPr>
        </p:nvSpPr>
        <p:spPr/>
        <p:txBody>
          <a:bodyPr/>
          <a:lstStyle/>
          <a:p>
            <a:endParaRPr lang="en-US"/>
          </a:p>
        </p:txBody>
      </p:sp>
      <p:sp>
        <p:nvSpPr>
          <p:cNvPr id="5" name="Footer Placeholder 4">
            <a:extLst>
              <a:ext uri="{FF2B5EF4-FFF2-40B4-BE49-F238E27FC236}">
                <a16:creationId xmlns:a16="http://schemas.microsoft.com/office/drawing/2014/main" id="{45BAF507-D865-1544-CD27-8E32C0289516}"/>
              </a:ext>
            </a:extLst>
          </p:cNvPr>
          <p:cNvSpPr>
            <a:spLocks noGrp="1"/>
          </p:cNvSpPr>
          <p:nvPr>
            <p:ph type="ftr" sz="quarter" idx="15"/>
          </p:nvPr>
        </p:nvSpPr>
        <p:spPr/>
        <p:txBody>
          <a:bodyPr/>
          <a:lstStyle/>
          <a:p>
            <a:pPr algn="r"/>
            <a:r>
              <a:rPr lang="en-US"/>
              <a:t>3/31/23            ‹#›</a:t>
            </a:r>
            <a:endParaRPr lang="en-US" dirty="0"/>
          </a:p>
        </p:txBody>
      </p:sp>
      <p:pic>
        <p:nvPicPr>
          <p:cNvPr id="6" name="Picture 5" descr="What Is Simultaneous Localization and Mapping? What Is Simultaneous  Localization and Mapping? | NVIDIA Blog">
            <a:extLst>
              <a:ext uri="{FF2B5EF4-FFF2-40B4-BE49-F238E27FC236}">
                <a16:creationId xmlns:a16="http://schemas.microsoft.com/office/drawing/2014/main" id="{039B7B44-2062-127C-B30D-DFC3ADA4B7D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96754" y="3087778"/>
            <a:ext cx="5238044" cy="291025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697630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8A0153-E4AD-2599-1FD1-FF09E27C15A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D6289B5-9B28-EE79-61D2-2D60D374A7A3}"/>
              </a:ext>
            </a:extLst>
          </p:cNvPr>
          <p:cNvSpPr>
            <a:spLocks noGrp="1"/>
          </p:cNvSpPr>
          <p:nvPr>
            <p:ph idx="14"/>
          </p:nvPr>
        </p:nvSpPr>
        <p:spPr/>
        <p:txBody>
          <a:bodyPr/>
          <a:lstStyle/>
          <a:p>
            <a:pPr marL="57150" lvl="0" fontAlgn="base">
              <a:spcAft>
                <a:spcPct val="0"/>
              </a:spcAft>
            </a:pPr>
            <a:r>
              <a:rPr lang="en-US" altLang="en-US" sz="1600" dirty="0"/>
              <a:t>Scale ambiguity: monocular vision can't recover metric scale alone </a:t>
            </a:r>
          </a:p>
          <a:p>
            <a:pPr marL="57150" lvl="0" fontAlgn="base">
              <a:spcAft>
                <a:spcPct val="0"/>
              </a:spcAft>
            </a:pPr>
            <a:r>
              <a:rPr lang="en-US" altLang="en-US" sz="1600" dirty="0"/>
              <a:t>Compute wall: SVD, Essential matrices, RANSAC don't fit a 240 MHz dual core </a:t>
            </a:r>
          </a:p>
          <a:p>
            <a:pPr marL="57150" lvl="0" fontAlgn="base">
              <a:spcAft>
                <a:spcPct val="0"/>
              </a:spcAft>
            </a:pPr>
            <a:r>
              <a:rPr lang="en-US" altLang="en-US" sz="1600" dirty="0"/>
              <a:t>Pure IMU dead-reckoning fails after a few seconds; pure vision fails on scale</a:t>
            </a:r>
          </a:p>
          <a:p>
            <a:endParaRPr lang="en-US" dirty="0"/>
          </a:p>
        </p:txBody>
      </p:sp>
      <p:sp>
        <p:nvSpPr>
          <p:cNvPr id="3" name="Title 2">
            <a:extLst>
              <a:ext uri="{FF2B5EF4-FFF2-40B4-BE49-F238E27FC236}">
                <a16:creationId xmlns:a16="http://schemas.microsoft.com/office/drawing/2014/main" id="{93031018-0A50-5C49-031F-DF9E8B802061}"/>
              </a:ext>
            </a:extLst>
          </p:cNvPr>
          <p:cNvSpPr>
            <a:spLocks noGrp="1"/>
          </p:cNvSpPr>
          <p:nvPr>
            <p:ph type="title"/>
          </p:nvPr>
        </p:nvSpPr>
        <p:spPr/>
        <p:txBody>
          <a:bodyPr>
            <a:normAutofit fontScale="90000"/>
          </a:bodyPr>
          <a:lstStyle/>
          <a:p>
            <a:r>
              <a:rPr lang="en-US" dirty="0"/>
              <a:t>Hardware Constrains</a:t>
            </a:r>
          </a:p>
        </p:txBody>
      </p:sp>
      <p:sp>
        <p:nvSpPr>
          <p:cNvPr id="4" name="Text Placeholder 3">
            <a:extLst>
              <a:ext uri="{FF2B5EF4-FFF2-40B4-BE49-F238E27FC236}">
                <a16:creationId xmlns:a16="http://schemas.microsoft.com/office/drawing/2014/main" id="{93AA09F2-9508-E95F-90A6-ADB55B387278}"/>
              </a:ext>
            </a:extLst>
          </p:cNvPr>
          <p:cNvSpPr>
            <a:spLocks noGrp="1"/>
          </p:cNvSpPr>
          <p:nvPr>
            <p:ph type="body" sz="quarter" idx="11"/>
          </p:nvPr>
        </p:nvSpPr>
        <p:spPr/>
        <p:txBody>
          <a:bodyPr/>
          <a:lstStyle/>
          <a:p>
            <a:endParaRPr lang="en-US"/>
          </a:p>
        </p:txBody>
      </p:sp>
      <p:sp>
        <p:nvSpPr>
          <p:cNvPr id="5" name="Footer Placeholder 4">
            <a:extLst>
              <a:ext uri="{FF2B5EF4-FFF2-40B4-BE49-F238E27FC236}">
                <a16:creationId xmlns:a16="http://schemas.microsoft.com/office/drawing/2014/main" id="{60EED929-5E45-FA85-8E22-26B6F955080C}"/>
              </a:ext>
            </a:extLst>
          </p:cNvPr>
          <p:cNvSpPr>
            <a:spLocks noGrp="1"/>
          </p:cNvSpPr>
          <p:nvPr>
            <p:ph type="ftr" sz="quarter" idx="15"/>
          </p:nvPr>
        </p:nvSpPr>
        <p:spPr/>
        <p:txBody>
          <a:bodyPr/>
          <a:lstStyle/>
          <a:p>
            <a:pPr algn="r"/>
            <a:r>
              <a:rPr lang="en-US"/>
              <a:t>3/31/23            ‹#›</a:t>
            </a:r>
            <a:endParaRPr lang="en-US" dirty="0"/>
          </a:p>
        </p:txBody>
      </p:sp>
    </p:spTree>
    <p:extLst>
      <p:ext uri="{BB962C8B-B14F-4D97-AF65-F5344CB8AC3E}">
        <p14:creationId xmlns:p14="http://schemas.microsoft.com/office/powerpoint/2010/main" val="301227718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9CA295D0-B453-B351-7718-B5E7A6B6694C}"/>
              </a:ext>
            </a:extLst>
          </p:cNvPr>
          <p:cNvSpPr>
            <a:spLocks noGrp="1"/>
          </p:cNvSpPr>
          <p:nvPr>
            <p:ph type="body" sz="quarter" idx="11"/>
          </p:nvPr>
        </p:nvSpPr>
        <p:spPr/>
        <p:txBody>
          <a:bodyPr/>
          <a:lstStyle/>
          <a:p>
            <a:endParaRPr lang="en-US"/>
          </a:p>
        </p:txBody>
      </p:sp>
      <p:sp>
        <p:nvSpPr>
          <p:cNvPr id="4" name="Title 3">
            <a:extLst>
              <a:ext uri="{FF2B5EF4-FFF2-40B4-BE49-F238E27FC236}">
                <a16:creationId xmlns:a16="http://schemas.microsoft.com/office/drawing/2014/main" id="{9501610F-3E9A-F683-5FEF-A41E60CCCF59}"/>
              </a:ext>
            </a:extLst>
          </p:cNvPr>
          <p:cNvSpPr>
            <a:spLocks noGrp="1"/>
          </p:cNvSpPr>
          <p:nvPr>
            <p:ph type="title"/>
          </p:nvPr>
        </p:nvSpPr>
        <p:spPr/>
        <p:txBody>
          <a:bodyPr>
            <a:normAutofit fontScale="90000"/>
          </a:bodyPr>
          <a:lstStyle/>
          <a:p>
            <a:r>
              <a:rPr lang="en-US" i="0" dirty="0"/>
              <a:t>System Architecture</a:t>
            </a:r>
            <a:endParaRPr lang="en-US" dirty="0"/>
          </a:p>
        </p:txBody>
      </p:sp>
      <p:pic>
        <p:nvPicPr>
          <p:cNvPr id="8" name="Picture 7" descr="A diagram of a computer system&#10;&#10;AI-generated content may be incorrect.">
            <a:extLst>
              <a:ext uri="{FF2B5EF4-FFF2-40B4-BE49-F238E27FC236}">
                <a16:creationId xmlns:a16="http://schemas.microsoft.com/office/drawing/2014/main" id="{4CAA2B4A-971A-5154-80AC-DDCF7FA3220D}"/>
              </a:ext>
            </a:extLst>
          </p:cNvPr>
          <p:cNvPicPr>
            <a:picLocks noChangeAspect="1"/>
          </p:cNvPicPr>
          <p:nvPr/>
        </p:nvPicPr>
        <p:blipFill>
          <a:blip r:embed="rId2"/>
          <a:stretch>
            <a:fillRect/>
          </a:stretch>
        </p:blipFill>
        <p:spPr>
          <a:xfrm>
            <a:off x="1598636" y="1441334"/>
            <a:ext cx="8983838" cy="4658685"/>
          </a:xfrm>
          <a:prstGeom prst="rect">
            <a:avLst/>
          </a:prstGeom>
        </p:spPr>
      </p:pic>
    </p:spTree>
    <p:extLst>
      <p:ext uri="{BB962C8B-B14F-4D97-AF65-F5344CB8AC3E}">
        <p14:creationId xmlns:p14="http://schemas.microsoft.com/office/powerpoint/2010/main" val="246982964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0A131BF6-20F4-5685-331E-23BEB2CB4542}"/>
              </a:ext>
            </a:extLst>
          </p:cNvPr>
          <p:cNvSpPr>
            <a:spLocks noGrp="1"/>
          </p:cNvSpPr>
          <p:nvPr>
            <p:ph type="body" sz="quarter" idx="11"/>
          </p:nvPr>
        </p:nvSpPr>
        <p:spPr/>
        <p:txBody>
          <a:bodyPr/>
          <a:lstStyle/>
          <a:p>
            <a:endParaRPr lang="en-US"/>
          </a:p>
        </p:txBody>
      </p:sp>
      <p:sp>
        <p:nvSpPr>
          <p:cNvPr id="4" name="Title 3">
            <a:extLst>
              <a:ext uri="{FF2B5EF4-FFF2-40B4-BE49-F238E27FC236}">
                <a16:creationId xmlns:a16="http://schemas.microsoft.com/office/drawing/2014/main" id="{249950BB-E57C-9031-1BFC-27EBE61FDBCA}"/>
              </a:ext>
            </a:extLst>
          </p:cNvPr>
          <p:cNvSpPr>
            <a:spLocks noGrp="1"/>
          </p:cNvSpPr>
          <p:nvPr>
            <p:ph type="title"/>
          </p:nvPr>
        </p:nvSpPr>
        <p:spPr/>
        <p:txBody>
          <a:bodyPr>
            <a:normAutofit fontScale="90000"/>
          </a:bodyPr>
          <a:lstStyle/>
          <a:p>
            <a:r>
              <a:rPr lang="en-US" dirty="0"/>
              <a:t>Optical Flow and Lucas-Kanade tracking</a:t>
            </a:r>
          </a:p>
        </p:txBody>
      </p:sp>
      <p:sp>
        <p:nvSpPr>
          <p:cNvPr id="5" name="Footer Placeholder 4">
            <a:extLst>
              <a:ext uri="{FF2B5EF4-FFF2-40B4-BE49-F238E27FC236}">
                <a16:creationId xmlns:a16="http://schemas.microsoft.com/office/drawing/2014/main" id="{0DA58C3B-1E7B-210E-3812-0D48F3A8D166}"/>
              </a:ext>
            </a:extLst>
          </p:cNvPr>
          <p:cNvSpPr>
            <a:spLocks noGrp="1"/>
          </p:cNvSpPr>
          <p:nvPr>
            <p:ph type="ftr" sz="quarter" idx="12"/>
          </p:nvPr>
        </p:nvSpPr>
        <p:spPr/>
        <p:txBody>
          <a:bodyPr/>
          <a:lstStyle/>
          <a:p>
            <a:pPr algn="r"/>
            <a:r>
              <a:rPr lang="en-US"/>
              <a:t>3/31/23            ‹#›</a:t>
            </a:r>
            <a:endParaRPr lang="en-US" dirty="0"/>
          </a:p>
        </p:txBody>
      </p:sp>
      <p:pic>
        <p:nvPicPr>
          <p:cNvPr id="6" name="Google Shape;16;g3e7c154889a_0_8">
            <a:extLst>
              <a:ext uri="{FF2B5EF4-FFF2-40B4-BE49-F238E27FC236}">
                <a16:creationId xmlns:a16="http://schemas.microsoft.com/office/drawing/2014/main" id="{43B86BA6-A6F0-2BF5-0BB5-BAA38DF6E119}"/>
              </a:ext>
            </a:extLst>
          </p:cNvPr>
          <p:cNvPicPr preferRelativeResize="0"/>
          <p:nvPr/>
        </p:nvPicPr>
        <p:blipFill>
          <a:blip r:embed="rId2">
            <a:alphaModFix/>
          </a:blip>
          <a:stretch>
            <a:fillRect/>
          </a:stretch>
        </p:blipFill>
        <p:spPr>
          <a:xfrm>
            <a:off x="8237168" y="1581354"/>
            <a:ext cx="3422125" cy="2566600"/>
          </a:xfrm>
          <a:prstGeom prst="rect">
            <a:avLst/>
          </a:prstGeom>
          <a:noFill/>
          <a:ln>
            <a:noFill/>
          </a:ln>
        </p:spPr>
      </p:pic>
      <p:sp>
        <p:nvSpPr>
          <p:cNvPr id="8" name="Google Shape;18;g3e7c154889a_0_8">
            <a:extLst>
              <a:ext uri="{FF2B5EF4-FFF2-40B4-BE49-F238E27FC236}">
                <a16:creationId xmlns:a16="http://schemas.microsoft.com/office/drawing/2014/main" id="{8665BBDB-CAE5-9B52-176E-68175B860AFB}"/>
              </a:ext>
            </a:extLst>
          </p:cNvPr>
          <p:cNvSpPr txBox="1"/>
          <p:nvPr/>
        </p:nvSpPr>
        <p:spPr>
          <a:xfrm>
            <a:off x="8448230" y="4266963"/>
            <a:ext cx="3000000" cy="3693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US" sz="1200">
                <a:solidFill>
                  <a:schemeClr val="dk1"/>
                </a:solidFill>
              </a:rPr>
              <a:t>Example of optical flow</a:t>
            </a:r>
            <a:r>
              <a:rPr lang="en-US" sz="1200">
                <a:solidFill>
                  <a:schemeClr val="dk1"/>
                </a:solidFill>
                <a:latin typeface="Times New Roman"/>
                <a:ea typeface="Times New Roman"/>
                <a:cs typeface="Times New Roman"/>
                <a:sym typeface="Times New Roman"/>
              </a:rPr>
              <a:t> </a:t>
            </a:r>
            <a:r>
              <a:rPr lang="en-US" sz="1100">
                <a:solidFill>
                  <a:schemeClr val="dk1"/>
                </a:solidFill>
              </a:rPr>
              <a:t> </a:t>
            </a:r>
            <a:endParaRPr/>
          </a:p>
        </p:txBody>
      </p:sp>
      <p:sp>
        <p:nvSpPr>
          <p:cNvPr id="9" name="Google Shape;20;g3e7c154889a_0_8">
            <a:extLst>
              <a:ext uri="{FF2B5EF4-FFF2-40B4-BE49-F238E27FC236}">
                <a16:creationId xmlns:a16="http://schemas.microsoft.com/office/drawing/2014/main" id="{D719BC5E-50B8-67FF-5AE2-A57BCDC5FE93}"/>
              </a:ext>
            </a:extLst>
          </p:cNvPr>
          <p:cNvSpPr txBox="1"/>
          <p:nvPr/>
        </p:nvSpPr>
        <p:spPr>
          <a:xfrm>
            <a:off x="521443" y="1792973"/>
            <a:ext cx="6831019" cy="1735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1600" u="sng" dirty="0">
                <a:latin typeface="Acumin Pro" panose="020B0504020202020204" pitchFamily="34" charset="77"/>
              </a:rPr>
              <a:t>Fast 9 corner detection:</a:t>
            </a:r>
            <a:endParaRPr sz="1600" u="sng" dirty="0">
              <a:latin typeface="Acumin Pro" panose="020B0504020202020204" pitchFamily="34" charset="77"/>
            </a:endParaRPr>
          </a:p>
          <a:p>
            <a:pPr marL="0" lvl="0" indent="0" algn="l" rtl="0">
              <a:spcBef>
                <a:spcPts val="0"/>
              </a:spcBef>
              <a:spcAft>
                <a:spcPts val="0"/>
              </a:spcAft>
              <a:buNone/>
            </a:pPr>
            <a:r>
              <a:rPr lang="en-US" sz="1600" dirty="0">
                <a:latin typeface="Acumin Pro" panose="020B0504020202020204" pitchFamily="34" charset="77"/>
              </a:rPr>
              <a:t>Finds good points to track by looking for sharp corners in each grayscale frame. It checks the pixels around each point, keeps the ones with strong brightness changes, quickly rejects weak points, and removes duplicate corners that are too close together.  </a:t>
            </a:r>
            <a:endParaRPr sz="1600" dirty="0">
              <a:latin typeface="Acumin Pro" panose="020B0504020202020204" pitchFamily="34" charset="77"/>
            </a:endParaRPr>
          </a:p>
        </p:txBody>
      </p:sp>
      <p:sp>
        <p:nvSpPr>
          <p:cNvPr id="10" name="Google Shape;21;g3e7c154889a_0_8">
            <a:extLst>
              <a:ext uri="{FF2B5EF4-FFF2-40B4-BE49-F238E27FC236}">
                <a16:creationId xmlns:a16="http://schemas.microsoft.com/office/drawing/2014/main" id="{FD08C8EE-72B7-9FAA-61F2-D4F7A0FDA809}"/>
              </a:ext>
            </a:extLst>
          </p:cNvPr>
          <p:cNvSpPr txBox="1"/>
          <p:nvPr/>
        </p:nvSpPr>
        <p:spPr>
          <a:xfrm>
            <a:off x="521442" y="3692013"/>
            <a:ext cx="6831019" cy="1888500"/>
          </a:xfrm>
          <a:prstGeom prst="rect">
            <a:avLst/>
          </a:prstGeom>
          <a:noFill/>
          <a:ln>
            <a:noFill/>
          </a:ln>
        </p:spPr>
        <p:txBody>
          <a:bodyPr spcFirstLastPara="1" wrap="square" lIns="91425" tIns="91425" rIns="91425" bIns="91425" anchor="t" anchorCtr="0">
            <a:noAutofit/>
          </a:bodyPr>
          <a:lstStyle/>
          <a:p>
            <a:r>
              <a:rPr lang="en-US" sz="1600" u="sng" dirty="0">
                <a:latin typeface="Acumin Pro" panose="020B0504020202020204" pitchFamily="34" charset="77"/>
              </a:rPr>
              <a:t>Lucas-Kanade Optical Flow:</a:t>
            </a:r>
            <a:endParaRPr sz="1600" u="sng" dirty="0">
              <a:latin typeface="Acumin Pro" panose="020B0504020202020204" pitchFamily="34" charset="77"/>
            </a:endParaRPr>
          </a:p>
          <a:p>
            <a:r>
              <a:rPr lang="en-US" sz="1600" dirty="0">
                <a:latin typeface="Acumin Pro" panose="020B0504020202020204" pitchFamily="34" charset="77"/>
              </a:rPr>
              <a:t>The method tracks each corner by comparing the previous and current frame. It looks at how the pixel brightness changes, estimates how far the corner moved, and rejects areas that are too flat or lack texture. The final result is a motion vector (dx, </a:t>
            </a:r>
            <a:r>
              <a:rPr lang="en-US" sz="1600" dirty="0" err="1">
                <a:latin typeface="Acumin Pro" panose="020B0504020202020204" pitchFamily="34" charset="77"/>
              </a:rPr>
              <a:t>dy</a:t>
            </a:r>
            <a:r>
              <a:rPr lang="en-US" sz="1600" dirty="0">
                <a:latin typeface="Acumin Pro" panose="020B0504020202020204" pitchFamily="34" charset="77"/>
              </a:rPr>
              <a:t>) for each corner, showing how much it moved between frames. </a:t>
            </a:r>
            <a:endParaRPr sz="1600" dirty="0">
              <a:latin typeface="Acumin Pro" panose="020B0504020202020204" pitchFamily="34" charset="77"/>
            </a:endParaRPr>
          </a:p>
        </p:txBody>
      </p:sp>
      <p:sp>
        <p:nvSpPr>
          <p:cNvPr id="11" name="Google Shape;22;g3e7c154889a_0_8">
            <a:extLst>
              <a:ext uri="{FF2B5EF4-FFF2-40B4-BE49-F238E27FC236}">
                <a16:creationId xmlns:a16="http://schemas.microsoft.com/office/drawing/2014/main" id="{D02F9FE7-E626-A6B4-308D-DD98620A4FA4}"/>
              </a:ext>
            </a:extLst>
          </p:cNvPr>
          <p:cNvSpPr txBox="1"/>
          <p:nvPr/>
        </p:nvSpPr>
        <p:spPr>
          <a:xfrm>
            <a:off x="8237168" y="4755272"/>
            <a:ext cx="4598100" cy="733800"/>
          </a:xfrm>
          <a:prstGeom prst="rect">
            <a:avLst/>
          </a:prstGeom>
          <a:noFill/>
          <a:ln>
            <a:noFill/>
          </a:ln>
        </p:spPr>
        <p:txBody>
          <a:bodyPr spcFirstLastPara="1" wrap="square" lIns="91425" tIns="91425" rIns="91425" bIns="91425" anchor="t" anchorCtr="0">
            <a:spAutoFit/>
          </a:bodyPr>
          <a:lstStyle/>
          <a:p>
            <a:pPr marL="0" lvl="0" indent="0" algn="l" rtl="0">
              <a:spcBef>
                <a:spcPts val="200"/>
              </a:spcBef>
              <a:spcAft>
                <a:spcPts val="0"/>
              </a:spcAft>
              <a:buNone/>
            </a:pPr>
            <a:r>
              <a:rPr lang="en-US" sz="1000" dirty="0"/>
              <a:t>Outputs direction:</a:t>
            </a:r>
            <a:endParaRPr sz="1000" dirty="0"/>
          </a:p>
          <a:p>
            <a:pPr marL="457200" lvl="0" indent="-304800" algn="l" rtl="0">
              <a:spcBef>
                <a:spcPts val="200"/>
              </a:spcBef>
              <a:spcAft>
                <a:spcPts val="0"/>
              </a:spcAft>
              <a:buSzPts val="1200"/>
              <a:buChar char="-"/>
            </a:pPr>
            <a:r>
              <a:rPr lang="en-US" sz="1000" dirty="0"/>
              <a:t>FORWARD / LEFT / RIGHT / BACKWARD / STATIONARY </a:t>
            </a:r>
            <a:endParaRPr sz="1000" dirty="0"/>
          </a:p>
          <a:p>
            <a:pPr marL="457200" lvl="0" indent="-304800" algn="l" rtl="0">
              <a:spcBef>
                <a:spcPts val="0"/>
              </a:spcBef>
              <a:spcAft>
                <a:spcPts val="0"/>
              </a:spcAft>
              <a:buSzPts val="1200"/>
              <a:buChar char="-"/>
            </a:pPr>
            <a:r>
              <a:rPr lang="en-US" sz="1000" dirty="0"/>
              <a:t>Confidence value</a:t>
            </a:r>
            <a:endParaRPr sz="1000" dirty="0"/>
          </a:p>
        </p:txBody>
      </p:sp>
    </p:spTree>
    <p:extLst>
      <p:ext uri="{BB962C8B-B14F-4D97-AF65-F5344CB8AC3E}">
        <p14:creationId xmlns:p14="http://schemas.microsoft.com/office/powerpoint/2010/main" val="202222202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251D6F-59B1-6E5F-77B2-1B7B2B0F07B2}"/>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58AC0A5B-F44A-9D9D-7393-E7E5430661B9}"/>
              </a:ext>
            </a:extLst>
          </p:cNvPr>
          <p:cNvSpPr>
            <a:spLocks noGrp="1"/>
          </p:cNvSpPr>
          <p:nvPr>
            <p:ph type="body" sz="quarter" idx="11"/>
          </p:nvPr>
        </p:nvSpPr>
        <p:spPr/>
        <p:txBody>
          <a:bodyPr/>
          <a:lstStyle/>
          <a:p>
            <a:endParaRPr lang="en-US"/>
          </a:p>
        </p:txBody>
      </p:sp>
      <p:sp>
        <p:nvSpPr>
          <p:cNvPr id="4" name="Title 3">
            <a:extLst>
              <a:ext uri="{FF2B5EF4-FFF2-40B4-BE49-F238E27FC236}">
                <a16:creationId xmlns:a16="http://schemas.microsoft.com/office/drawing/2014/main" id="{E470CEAA-9717-CAEE-D32D-5A79C7D74943}"/>
              </a:ext>
            </a:extLst>
          </p:cNvPr>
          <p:cNvSpPr>
            <a:spLocks noGrp="1"/>
          </p:cNvSpPr>
          <p:nvPr>
            <p:ph type="title"/>
          </p:nvPr>
        </p:nvSpPr>
        <p:spPr/>
        <p:txBody>
          <a:bodyPr>
            <a:normAutofit fontScale="90000"/>
          </a:bodyPr>
          <a:lstStyle/>
          <a:p>
            <a:r>
              <a:rPr lang="en-US" i="0" dirty="0"/>
              <a:t>Extended Kalman Filter</a:t>
            </a:r>
            <a:endParaRPr lang="en-US" dirty="0"/>
          </a:p>
        </p:txBody>
      </p:sp>
      <p:pic>
        <p:nvPicPr>
          <p:cNvPr id="3" name="Picture 2" descr="A graph with a red line&#10;&#10;AI-generated content may be incorrect.">
            <a:extLst>
              <a:ext uri="{FF2B5EF4-FFF2-40B4-BE49-F238E27FC236}">
                <a16:creationId xmlns:a16="http://schemas.microsoft.com/office/drawing/2014/main" id="{410EE815-6D62-4A09-C264-B0EC39C8F2D0}"/>
              </a:ext>
            </a:extLst>
          </p:cNvPr>
          <p:cNvPicPr>
            <a:picLocks noChangeAspect="1"/>
          </p:cNvPicPr>
          <p:nvPr/>
        </p:nvPicPr>
        <p:blipFill>
          <a:blip r:embed="rId2"/>
          <a:stretch>
            <a:fillRect/>
          </a:stretch>
        </p:blipFill>
        <p:spPr>
          <a:xfrm>
            <a:off x="2209800" y="1097280"/>
            <a:ext cx="7772400" cy="4663440"/>
          </a:xfrm>
          <a:prstGeom prst="rect">
            <a:avLst/>
          </a:prstGeom>
        </p:spPr>
      </p:pic>
    </p:spTree>
    <p:extLst>
      <p:ext uri="{BB962C8B-B14F-4D97-AF65-F5344CB8AC3E}">
        <p14:creationId xmlns:p14="http://schemas.microsoft.com/office/powerpoint/2010/main" val="246364628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8EAE03-5603-0CFF-A1D8-45D442437BF2}"/>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F534DE81-7E48-521A-06ED-9243DD1F0F76}"/>
              </a:ext>
            </a:extLst>
          </p:cNvPr>
          <p:cNvSpPr>
            <a:spLocks noGrp="1"/>
          </p:cNvSpPr>
          <p:nvPr>
            <p:ph type="body" sz="quarter" idx="11"/>
          </p:nvPr>
        </p:nvSpPr>
        <p:spPr/>
        <p:txBody>
          <a:bodyPr/>
          <a:lstStyle/>
          <a:p>
            <a:endParaRPr lang="en-US"/>
          </a:p>
        </p:txBody>
      </p:sp>
      <p:sp>
        <p:nvSpPr>
          <p:cNvPr id="3" name="Text Placeholder 2">
            <a:extLst>
              <a:ext uri="{FF2B5EF4-FFF2-40B4-BE49-F238E27FC236}">
                <a16:creationId xmlns:a16="http://schemas.microsoft.com/office/drawing/2014/main" id="{C6A73DDA-81B7-9B03-5C50-4EAB5F6CB4A6}"/>
              </a:ext>
            </a:extLst>
          </p:cNvPr>
          <p:cNvSpPr>
            <a:spLocks noGrp="1"/>
          </p:cNvSpPr>
          <p:nvPr>
            <p:ph type="body" sz="quarter" idx="10"/>
          </p:nvPr>
        </p:nvSpPr>
        <p:spPr/>
        <p:txBody>
          <a:bodyPr/>
          <a:lstStyle/>
          <a:p>
            <a:pPr marL="228600" indent="-228600">
              <a:spcAft>
                <a:spcPct val="0"/>
              </a:spcAft>
              <a:buFont typeface="Wingdings" pitchFamily="2" charset="2"/>
              <a:buChar char="§"/>
            </a:pPr>
            <a:r>
              <a:rPr lang="en-US" sz="1600" dirty="0"/>
              <a:t>Four Different nodes:</a:t>
            </a:r>
          </a:p>
          <a:p>
            <a:pPr marL="685800" lvl="2" indent="-228600">
              <a:spcBef>
                <a:spcPts val="1000"/>
              </a:spcBef>
              <a:spcAft>
                <a:spcPct val="0"/>
              </a:spcAft>
              <a:buFont typeface="Wingdings" pitchFamily="2" charset="2"/>
              <a:buChar char="§"/>
            </a:pPr>
            <a:r>
              <a:rPr lang="en-US" sz="1600" dirty="0"/>
              <a:t>Node 1 — WE ISDS + VIO. Industrial-grade Würth</a:t>
            </a:r>
          </a:p>
          <a:p>
            <a:pPr marL="685800" lvl="2" indent="-228600">
              <a:spcBef>
                <a:spcPts val="1000"/>
              </a:spcBef>
              <a:spcAft>
                <a:spcPct val="0"/>
              </a:spcAft>
              <a:buFont typeface="Wingdings" pitchFamily="2" charset="2"/>
              <a:buChar char="§"/>
            </a:pPr>
            <a:r>
              <a:rPr lang="en-US" sz="1600" dirty="0"/>
              <a:t>Node 2 — MPU-6050 + VIO. Hobby-grade</a:t>
            </a:r>
          </a:p>
          <a:p>
            <a:pPr marL="685800" lvl="2" indent="-228600">
              <a:spcBef>
                <a:spcPts val="1000"/>
              </a:spcBef>
              <a:spcAft>
                <a:spcPct val="0"/>
              </a:spcAft>
              <a:buFont typeface="Wingdings" pitchFamily="2" charset="2"/>
              <a:buChar char="§"/>
            </a:pPr>
            <a:r>
              <a:rPr lang="en-US" sz="1600" dirty="0"/>
              <a:t>Node 3 — WE ISDS only. IMU dead-reckoning.</a:t>
            </a:r>
          </a:p>
          <a:p>
            <a:pPr marL="685800" lvl="2" indent="-228600">
              <a:spcBef>
                <a:spcPts val="1000"/>
              </a:spcBef>
              <a:spcAft>
                <a:spcPct val="0"/>
              </a:spcAft>
              <a:buFont typeface="Wingdings" pitchFamily="2" charset="2"/>
              <a:buChar char="§"/>
            </a:pPr>
            <a:r>
              <a:rPr lang="en-US" sz="1600" dirty="0"/>
              <a:t>Node 4 — MPU-6050 only. IMU dead-reckoning.</a:t>
            </a:r>
          </a:p>
          <a:p>
            <a:pPr marL="228600" indent="-228600">
              <a:spcAft>
                <a:spcPct val="0"/>
              </a:spcAft>
              <a:buFont typeface="Wingdings" pitchFamily="2" charset="2"/>
              <a:buChar char="§"/>
            </a:pPr>
            <a:r>
              <a:rPr lang="en-US" sz="1600" dirty="0"/>
              <a:t>Five Scenarios:</a:t>
            </a:r>
          </a:p>
          <a:p>
            <a:pPr marL="685800" lvl="2" indent="-228600">
              <a:spcBef>
                <a:spcPts val="1000"/>
              </a:spcBef>
              <a:spcAft>
                <a:spcPct val="0"/>
              </a:spcAft>
              <a:buFont typeface="Wingdings" pitchFamily="2" charset="2"/>
              <a:buChar char="§"/>
            </a:pPr>
            <a:r>
              <a:rPr lang="en-US" sz="1600" dirty="0"/>
              <a:t>Static, 10 s / Straight line, 2 m / Rectangle, 1.0 m ×0.5 m / Circle, 40 cm diameter / Free-form path</a:t>
            </a:r>
          </a:p>
          <a:p>
            <a:pPr marL="742950" lvl="1" indent="-285750">
              <a:spcAft>
                <a:spcPct val="0"/>
              </a:spcAft>
              <a:buFont typeface="Arial" panose="020B0604020202020204" pitchFamily="34" charset="0"/>
              <a:buChar char="•"/>
            </a:pPr>
            <a:endParaRPr lang="en-US" dirty="0"/>
          </a:p>
        </p:txBody>
      </p:sp>
      <p:sp>
        <p:nvSpPr>
          <p:cNvPr id="4" name="Title 3">
            <a:extLst>
              <a:ext uri="{FF2B5EF4-FFF2-40B4-BE49-F238E27FC236}">
                <a16:creationId xmlns:a16="http://schemas.microsoft.com/office/drawing/2014/main" id="{DECFA514-A672-7908-EE38-4201249BF183}"/>
              </a:ext>
            </a:extLst>
          </p:cNvPr>
          <p:cNvSpPr>
            <a:spLocks noGrp="1"/>
          </p:cNvSpPr>
          <p:nvPr>
            <p:ph type="title"/>
          </p:nvPr>
        </p:nvSpPr>
        <p:spPr/>
        <p:txBody>
          <a:bodyPr>
            <a:normAutofit fontScale="90000"/>
          </a:bodyPr>
          <a:lstStyle/>
          <a:p>
            <a:r>
              <a:rPr lang="en-US" dirty="0"/>
              <a:t>Experimental Setup</a:t>
            </a:r>
          </a:p>
        </p:txBody>
      </p:sp>
      <p:pic>
        <p:nvPicPr>
          <p:cNvPr id="7" name="Picture 6" descr="A table with a drawing on it&#10;&#10;AI-generated content may be incorrect.">
            <a:extLst>
              <a:ext uri="{FF2B5EF4-FFF2-40B4-BE49-F238E27FC236}">
                <a16:creationId xmlns:a16="http://schemas.microsoft.com/office/drawing/2014/main" id="{63045C88-AD81-1C8E-3E66-BD07CFD2285D}"/>
              </a:ext>
            </a:extLst>
          </p:cNvPr>
          <p:cNvPicPr>
            <a:picLocks noChangeAspect="1"/>
          </p:cNvPicPr>
          <p:nvPr/>
        </p:nvPicPr>
        <p:blipFill>
          <a:blip r:embed="rId2"/>
          <a:srcRect l="13390" t="11532"/>
          <a:stretch>
            <a:fillRect/>
          </a:stretch>
        </p:blipFill>
        <p:spPr>
          <a:xfrm>
            <a:off x="7455204" y="1629625"/>
            <a:ext cx="4268708" cy="2452640"/>
          </a:xfrm>
          <a:prstGeom prst="rect">
            <a:avLst/>
          </a:prstGeom>
        </p:spPr>
      </p:pic>
    </p:spTree>
    <p:extLst>
      <p:ext uri="{BB962C8B-B14F-4D97-AF65-F5344CB8AC3E}">
        <p14:creationId xmlns:p14="http://schemas.microsoft.com/office/powerpoint/2010/main" val="209850429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78BDB1-D4FA-3A8F-CCB6-E29A473B18CC}"/>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061A8E11-6AB0-85C2-75CC-4B8822E2BC0C}"/>
              </a:ext>
            </a:extLst>
          </p:cNvPr>
          <p:cNvSpPr>
            <a:spLocks noGrp="1"/>
          </p:cNvSpPr>
          <p:nvPr>
            <p:ph type="body" sz="quarter" idx="11"/>
          </p:nvPr>
        </p:nvSpPr>
        <p:spPr/>
        <p:txBody>
          <a:bodyPr/>
          <a:lstStyle/>
          <a:p>
            <a:endParaRPr lang="en-US"/>
          </a:p>
        </p:txBody>
      </p:sp>
      <p:sp>
        <p:nvSpPr>
          <p:cNvPr id="4" name="Title 3">
            <a:extLst>
              <a:ext uri="{FF2B5EF4-FFF2-40B4-BE49-F238E27FC236}">
                <a16:creationId xmlns:a16="http://schemas.microsoft.com/office/drawing/2014/main" id="{6714517D-938F-AA15-96A0-878F2E328880}"/>
              </a:ext>
            </a:extLst>
          </p:cNvPr>
          <p:cNvSpPr>
            <a:spLocks noGrp="1"/>
          </p:cNvSpPr>
          <p:nvPr>
            <p:ph type="title"/>
          </p:nvPr>
        </p:nvSpPr>
        <p:spPr/>
        <p:txBody>
          <a:bodyPr>
            <a:normAutofit fontScale="90000"/>
          </a:bodyPr>
          <a:lstStyle/>
          <a:p>
            <a:r>
              <a:rPr lang="en-US" dirty="0"/>
              <a:t>Demo</a:t>
            </a:r>
          </a:p>
        </p:txBody>
      </p:sp>
    </p:spTree>
    <p:extLst>
      <p:ext uri="{BB962C8B-B14F-4D97-AF65-F5344CB8AC3E}">
        <p14:creationId xmlns:p14="http://schemas.microsoft.com/office/powerpoint/2010/main" val="96267488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0BDB10-7444-57FF-144B-3087597E9D3B}"/>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D49FE6CC-D36A-2F31-8E7B-9395D1B9599B}"/>
              </a:ext>
            </a:extLst>
          </p:cNvPr>
          <p:cNvSpPr>
            <a:spLocks noGrp="1"/>
          </p:cNvSpPr>
          <p:nvPr>
            <p:ph type="body" sz="quarter" idx="11"/>
          </p:nvPr>
        </p:nvSpPr>
        <p:spPr/>
        <p:txBody>
          <a:bodyPr/>
          <a:lstStyle/>
          <a:p>
            <a:endParaRPr lang="en-US"/>
          </a:p>
        </p:txBody>
      </p:sp>
      <p:sp>
        <p:nvSpPr>
          <p:cNvPr id="4" name="Title 3">
            <a:extLst>
              <a:ext uri="{FF2B5EF4-FFF2-40B4-BE49-F238E27FC236}">
                <a16:creationId xmlns:a16="http://schemas.microsoft.com/office/drawing/2014/main" id="{01F31F2F-FA66-0A1C-F649-DE0DCAD0AC56}"/>
              </a:ext>
            </a:extLst>
          </p:cNvPr>
          <p:cNvSpPr>
            <a:spLocks noGrp="1"/>
          </p:cNvSpPr>
          <p:nvPr>
            <p:ph type="title"/>
          </p:nvPr>
        </p:nvSpPr>
        <p:spPr/>
        <p:txBody>
          <a:bodyPr>
            <a:normAutofit fontScale="90000"/>
          </a:bodyPr>
          <a:lstStyle/>
          <a:p>
            <a:r>
              <a:rPr lang="en-US" dirty="0"/>
              <a:t>Results</a:t>
            </a:r>
          </a:p>
        </p:txBody>
      </p:sp>
      <p:pic>
        <p:nvPicPr>
          <p:cNvPr id="7" name="Picture 6" descr="A table with numbers and symbols&#10;&#10;AI-generated content may be incorrect.">
            <a:extLst>
              <a:ext uri="{FF2B5EF4-FFF2-40B4-BE49-F238E27FC236}">
                <a16:creationId xmlns:a16="http://schemas.microsoft.com/office/drawing/2014/main" id="{241CC9F9-1294-E99C-D8D3-17C75C000E36}"/>
              </a:ext>
            </a:extLst>
          </p:cNvPr>
          <p:cNvPicPr>
            <a:picLocks noChangeAspect="1"/>
          </p:cNvPicPr>
          <p:nvPr/>
        </p:nvPicPr>
        <p:blipFill>
          <a:blip r:embed="rId2"/>
          <a:stretch>
            <a:fillRect/>
          </a:stretch>
        </p:blipFill>
        <p:spPr>
          <a:xfrm>
            <a:off x="1222791" y="2253142"/>
            <a:ext cx="9746417" cy="2351715"/>
          </a:xfrm>
          <a:prstGeom prst="rect">
            <a:avLst/>
          </a:prstGeom>
        </p:spPr>
      </p:pic>
    </p:spTree>
    <p:extLst>
      <p:ext uri="{BB962C8B-B14F-4D97-AF65-F5344CB8AC3E}">
        <p14:creationId xmlns:p14="http://schemas.microsoft.com/office/powerpoint/2010/main" val="172061320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A0456B-2C30-6344-D744-EB0E6749858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6ABB363-A8B0-F3B5-A24C-31B6499B9FC4}"/>
              </a:ext>
            </a:extLst>
          </p:cNvPr>
          <p:cNvSpPr>
            <a:spLocks noGrp="1"/>
          </p:cNvSpPr>
          <p:nvPr>
            <p:ph idx="14"/>
          </p:nvPr>
        </p:nvSpPr>
        <p:spPr/>
        <p:txBody>
          <a:bodyPr/>
          <a:lstStyle/>
          <a:p>
            <a:r>
              <a:rPr lang="en-US" dirty="0"/>
              <a:t>Done:</a:t>
            </a:r>
          </a:p>
          <a:p>
            <a:pPr marL="457200" lvl="1" indent="0">
              <a:buNone/>
            </a:pPr>
            <a:r>
              <a:rPr lang="en-US" dirty="0"/>
              <a:t>✓ End-to-end VIO on basic MPU ESP32-S3</a:t>
            </a:r>
          </a:p>
          <a:p>
            <a:pPr marL="457200" lvl="1" indent="0">
              <a:buNone/>
            </a:pPr>
            <a:r>
              <a:rPr lang="en-US" dirty="0"/>
              <a:t>✓ IPM + gyro </a:t>
            </a:r>
            <a:r>
              <a:rPr lang="en-US" dirty="0" err="1"/>
              <a:t>derotation</a:t>
            </a:r>
            <a:r>
              <a:rPr lang="en-US" dirty="0"/>
              <a:t> + planar EKF</a:t>
            </a:r>
          </a:p>
          <a:p>
            <a:pPr marL="457200" lvl="1" indent="0">
              <a:buNone/>
            </a:pPr>
            <a:r>
              <a:rPr lang="en-US" dirty="0"/>
              <a:t>✓ Drift bounded on closed-loop trajectories where IMU-only diverges</a:t>
            </a:r>
          </a:p>
          <a:p>
            <a:r>
              <a:rPr lang="en-US" dirty="0"/>
              <a:t>Future Steps:</a:t>
            </a:r>
          </a:p>
          <a:p>
            <a:pPr marL="457200" lvl="1" indent="0">
              <a:buNone/>
            </a:pPr>
            <a:r>
              <a:rPr lang="en-US" dirty="0" err="1"/>
              <a:t>TinyML</a:t>
            </a:r>
            <a:r>
              <a:rPr lang="en-US" dirty="0"/>
              <a:t> motion-class auxiliary channel (Edge Impulse) for adaptive filter tuning</a:t>
            </a:r>
          </a:p>
          <a:p>
            <a:endParaRPr lang="en-US" dirty="0"/>
          </a:p>
        </p:txBody>
      </p:sp>
      <p:sp>
        <p:nvSpPr>
          <p:cNvPr id="3" name="Title 2">
            <a:extLst>
              <a:ext uri="{FF2B5EF4-FFF2-40B4-BE49-F238E27FC236}">
                <a16:creationId xmlns:a16="http://schemas.microsoft.com/office/drawing/2014/main" id="{5A1044F4-3019-3C3C-880C-BC98AF9E9A08}"/>
              </a:ext>
            </a:extLst>
          </p:cNvPr>
          <p:cNvSpPr>
            <a:spLocks noGrp="1"/>
          </p:cNvSpPr>
          <p:nvPr>
            <p:ph type="title"/>
          </p:nvPr>
        </p:nvSpPr>
        <p:spPr/>
        <p:txBody>
          <a:bodyPr>
            <a:normAutofit fontScale="90000"/>
          </a:bodyPr>
          <a:lstStyle/>
          <a:p>
            <a:r>
              <a:rPr lang="en-US" dirty="0"/>
              <a:t>Conclusion and Future Steps</a:t>
            </a:r>
          </a:p>
        </p:txBody>
      </p:sp>
      <p:sp>
        <p:nvSpPr>
          <p:cNvPr id="4" name="Text Placeholder 3">
            <a:extLst>
              <a:ext uri="{FF2B5EF4-FFF2-40B4-BE49-F238E27FC236}">
                <a16:creationId xmlns:a16="http://schemas.microsoft.com/office/drawing/2014/main" id="{FF3F1CDA-3388-B0FB-9DF2-03E80E28047A}"/>
              </a:ext>
            </a:extLst>
          </p:cNvPr>
          <p:cNvSpPr>
            <a:spLocks noGrp="1"/>
          </p:cNvSpPr>
          <p:nvPr>
            <p:ph type="body" sz="quarter" idx="11"/>
          </p:nvPr>
        </p:nvSpPr>
        <p:spPr/>
        <p:txBody>
          <a:bodyPr/>
          <a:lstStyle/>
          <a:p>
            <a:endParaRPr lang="en-US"/>
          </a:p>
        </p:txBody>
      </p:sp>
      <p:sp>
        <p:nvSpPr>
          <p:cNvPr id="5" name="Footer Placeholder 4">
            <a:extLst>
              <a:ext uri="{FF2B5EF4-FFF2-40B4-BE49-F238E27FC236}">
                <a16:creationId xmlns:a16="http://schemas.microsoft.com/office/drawing/2014/main" id="{4087B2BF-EC4B-BA59-D41D-0E85969FE5E2}"/>
              </a:ext>
            </a:extLst>
          </p:cNvPr>
          <p:cNvSpPr>
            <a:spLocks noGrp="1"/>
          </p:cNvSpPr>
          <p:nvPr>
            <p:ph type="ftr" sz="quarter" idx="15"/>
          </p:nvPr>
        </p:nvSpPr>
        <p:spPr/>
        <p:txBody>
          <a:bodyPr/>
          <a:lstStyle/>
          <a:p>
            <a:pPr algn="r"/>
            <a:r>
              <a:rPr lang="en-US"/>
              <a:t>3/31/23            ‹#›</a:t>
            </a:r>
            <a:endParaRPr lang="en-US" dirty="0"/>
          </a:p>
        </p:txBody>
      </p:sp>
    </p:spTree>
    <p:extLst>
      <p:ext uri="{BB962C8B-B14F-4D97-AF65-F5344CB8AC3E}">
        <p14:creationId xmlns:p14="http://schemas.microsoft.com/office/powerpoint/2010/main" val="40497522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E72CBA-026F-7E96-546F-23B8813A83DA}"/>
              </a:ext>
            </a:extLst>
          </p:cNvPr>
          <p:cNvSpPr>
            <a:spLocks noGrp="1"/>
          </p:cNvSpPr>
          <p:nvPr>
            <p:ph type="title"/>
          </p:nvPr>
        </p:nvSpPr>
        <p:spPr/>
        <p:txBody>
          <a:bodyPr/>
          <a:lstStyle/>
          <a:p>
            <a:r>
              <a:rPr lang="en-US" dirty="0"/>
              <a:t>Thank You</a:t>
            </a:r>
          </a:p>
        </p:txBody>
      </p:sp>
    </p:spTree>
    <p:extLst>
      <p:ext uri="{BB962C8B-B14F-4D97-AF65-F5344CB8AC3E}">
        <p14:creationId xmlns:p14="http://schemas.microsoft.com/office/powerpoint/2010/main" val="3555266232"/>
      </p:ext>
    </p:extLst>
  </p:cSld>
  <p:clrMapOvr>
    <a:masterClrMapping/>
  </p:clrMapOvr>
</p:sld>
</file>

<file path=ppt/theme/theme1.xml><?xml version="1.0" encoding="utf-8"?>
<a:theme xmlns:a="http://schemas.openxmlformats.org/drawingml/2006/main" name="Office Theme">
  <a:themeElements>
    <a:clrScheme name="Custom 1">
      <a:dk1>
        <a:srgbClr val="000000"/>
      </a:dk1>
      <a:lt1>
        <a:srgbClr val="FEFFFF"/>
      </a:lt1>
      <a:dk2>
        <a:srgbClr val="55585F"/>
      </a:dk2>
      <a:lt2>
        <a:srgbClr val="CECACB"/>
      </a:lt2>
      <a:accent1>
        <a:srgbClr val="CFB891"/>
      </a:accent1>
      <a:accent2>
        <a:srgbClr val="555960"/>
      </a:accent2>
      <a:accent3>
        <a:srgbClr val="8D6F3D"/>
      </a:accent3>
      <a:accent4>
        <a:srgbClr val="FFFFFF"/>
      </a:accent4>
      <a:accent5>
        <a:srgbClr val="DAAA00"/>
      </a:accent5>
      <a:accent6>
        <a:srgbClr val="9D9694"/>
      </a:accent6>
      <a:hlink>
        <a:srgbClr val="000000"/>
      </a:hlink>
      <a:folHlink>
        <a:srgbClr val="FEFFFF"/>
      </a:folHlink>
    </a:clrScheme>
    <a:fontScheme name="Franklin Gothic">
      <a:majorFont>
        <a:latin typeface="Franklin Gothic Medium" panose="020B0603020102020204"/>
        <a:ea typeface=""/>
        <a:cs typeface=""/>
        <a:font script="Jpan" typeface="HG創英角ｺﾞｼｯｸUB"/>
        <a:font script="Hang" typeface="돋움"/>
        <a:font script="Hans" typeface="隶书"/>
        <a:font script="Hant" typeface="微軟正黑體"/>
        <a:font script="Arab" typeface="Tahoma"/>
        <a:font script="Hebr" typeface="Aharoni"/>
        <a:font script="Thai" typeface="Lily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Franklin Gothic Book" panose="020B0503020102020204"/>
        <a:ea typeface=""/>
        <a:cs typeface=""/>
        <a:font script="Jpan" typeface="HGｺﾞｼｯｸE"/>
        <a:font script="Hang" typeface="돋움"/>
        <a:font script="Hans" typeface="华文楷体"/>
        <a:font script="Hant" typeface="微軟正黑體"/>
        <a:font script="Arab" typeface="Tahoma"/>
        <a:font script="Hebr" typeface="Aharoni"/>
        <a:font script="Thai" typeface="Lily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bodyPr rtlCol="0" anchor="ctr"/>
      <a:lstStyle>
        <a:defPPr algn="ctr">
          <a:defRPr/>
        </a:defPPr>
      </a:lstStyle>
      <a:style>
        <a:lnRef idx="2">
          <a:schemeClr val="dk1">
            <a:shade val="50000"/>
          </a:schemeClr>
        </a:lnRef>
        <a:fillRef idx="1">
          <a:schemeClr val="dk1"/>
        </a:fillRef>
        <a:effectRef idx="0">
          <a:schemeClr val="dk1"/>
        </a:effectRef>
        <a:fontRef idx="minor">
          <a:schemeClr val="lt1"/>
        </a:fontRef>
      </a:style>
    </a:spDef>
  </a:objectDefaults>
  <a:extraClrSchemeLst/>
  <a:extLst>
    <a:ext uri="{05A4C25C-085E-4340-85A3-A5531E510DB2}">
      <thm15:themeFamily xmlns:thm15="http://schemas.microsoft.com/office/thememl/2012/main" name="ECE-2023-Purdue-Brand-Widescreen" id="{30FFB1EA-582B-2A40-B039-BBC133DF82FC}" vid="{368723F2-A6C5-B94F-AB07-2118B3CB2115}"/>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54E202481DC1CB46AA011D949D311478" ma:contentTypeVersion="13" ma:contentTypeDescription="Create a new document." ma:contentTypeScope="" ma:versionID="309c718596e4092f54ce9aa93358bb8d">
  <xsd:schema xmlns:xsd="http://www.w3.org/2001/XMLSchema" xmlns:xs="http://www.w3.org/2001/XMLSchema" xmlns:p="http://schemas.microsoft.com/office/2006/metadata/properties" xmlns:ns2="37af3f4b-4b66-46f9-8456-831d9bc3e737" xmlns:ns3="d6656b4d-3fa0-4709-acfb-d5e813445d1e" targetNamespace="http://schemas.microsoft.com/office/2006/metadata/properties" ma:root="true" ma:fieldsID="0c34f3e70276db9d2471c2526b8de3df" ns2:_="" ns3:_="">
    <xsd:import namespace="37af3f4b-4b66-46f9-8456-831d9bc3e737"/>
    <xsd:import namespace="d6656b4d-3fa0-4709-acfb-d5e813445d1e"/>
    <xsd:element name="properties">
      <xsd:complexType>
        <xsd:sequence>
          <xsd:element name="documentManagement">
            <xsd:complexType>
              <xsd:all>
                <xsd:element ref="ns2:lcf76f155ced4ddcb4097134ff3c332f" minOccurs="0"/>
                <xsd:element ref="ns3:TaxCatchAll" minOccurs="0"/>
                <xsd:element ref="ns2:MediaServiceMetadata" minOccurs="0"/>
                <xsd:element ref="ns2:MediaServiceFastMetadata" minOccurs="0"/>
                <xsd:element ref="ns2:MediaServiceGenerationTime" minOccurs="0"/>
                <xsd:element ref="ns2:MediaServiceEventHashCode" minOccurs="0"/>
                <xsd:element ref="ns2:MediaServiceDateTaken" minOccurs="0"/>
                <xsd:element ref="ns2:MediaServiceOCR" minOccurs="0"/>
                <xsd:element ref="ns3:SharedWithUsers" minOccurs="0"/>
                <xsd:element ref="ns3:SharedWithDetails" minOccurs="0"/>
                <xsd:element ref="ns2:MediaServiceLocation"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37af3f4b-4b66-46f9-8456-831d9bc3e737" elementFormDefault="qualified">
    <xsd:import namespace="http://schemas.microsoft.com/office/2006/documentManagement/types"/>
    <xsd:import namespace="http://schemas.microsoft.com/office/infopath/2007/PartnerControls"/>
    <xsd:element name="lcf76f155ced4ddcb4097134ff3c332f" ma:index="9" nillable="true" ma:taxonomy="true" ma:internalName="lcf76f155ced4ddcb4097134ff3c332f" ma:taxonomyFieldName="MediaServiceImageTags" ma:displayName="Image Tags" ma:readOnly="false" ma:fieldId="{5cf76f15-5ced-4ddc-b409-7134ff3c332f}" ma:taxonomyMulti="true" ma:sspId="8e9e90a8-b24c-4be7-8760-a88b2cd47eb1" ma:termSetId="09814cd3-568e-fe90-9814-8d621ff8fb84" ma:anchorId="fba54fb3-c3e1-fe81-a776-ca4b69148c4d" ma:open="true" ma:isKeyword="false">
      <xsd:complexType>
        <xsd:sequence>
          <xsd:element ref="pc:Terms" minOccurs="0" maxOccurs="1"/>
        </xsd:sequence>
      </xsd:complexType>
    </xsd:element>
    <xsd:element name="MediaServiceMetadata" ma:index="11" nillable="true" ma:displayName="MediaServiceMetadata" ma:hidden="true" ma:internalName="MediaServiceMetadata" ma:readOnly="true">
      <xsd:simpleType>
        <xsd:restriction base="dms:Note"/>
      </xsd:simpleType>
    </xsd:element>
    <xsd:element name="MediaServiceFastMetadata" ma:index="12" nillable="true" ma:displayName="MediaServiceFastMetadata" ma:hidden="true" ma:internalName="MediaServiceFastMetadata" ma:readOnly="true">
      <xsd:simpleType>
        <xsd:restriction base="dms:Note"/>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MediaServiceDateTaken" ma:index="15" nillable="true" ma:displayName="MediaServiceDateTaken" ma:internalName="MediaServiceDateTaken"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Location" ma:index="19" nillable="true" ma:displayName="Location" ma:indexed="true" ma:internalName="MediaServiceLocation" ma:readOnly="true">
      <xsd:simpleType>
        <xsd:restriction base="dms:Text"/>
      </xsd:simpleType>
    </xsd:element>
    <xsd:element name="MediaLengthInSeconds" ma:index="20"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d6656b4d-3fa0-4709-acfb-d5e813445d1e" elementFormDefault="qualified">
    <xsd:import namespace="http://schemas.microsoft.com/office/2006/documentManagement/types"/>
    <xsd:import namespace="http://schemas.microsoft.com/office/infopath/2007/PartnerControls"/>
    <xsd:element name="TaxCatchAll" ma:index="10" nillable="true" ma:displayName="Taxonomy Catch All Column" ma:hidden="true" ma:list="{4ebcf308-42de-4d63-b51a-b2360cc04078}" ma:internalName="TaxCatchAll" ma:showField="CatchAllData" ma:web="d6656b4d-3fa0-4709-acfb-d5e813445d1e">
      <xsd:complexType>
        <xsd:complexContent>
          <xsd:extension base="dms:MultiChoiceLookup">
            <xsd:sequence>
              <xsd:element name="Value" type="dms:Lookup" maxOccurs="unbounded" minOccurs="0" nillable="true"/>
            </xsd:sequence>
          </xsd:extension>
        </xsd:complexContent>
      </xsd:complexType>
    </xsd:element>
    <xsd:element name="SharedWithUsers" ma:index="17"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SharedWithUsers xmlns="d6656b4d-3fa0-4709-acfb-d5e813445d1e">
      <UserInfo>
        <DisplayName>Schott, Thomas H.</DisplayName>
        <AccountId>17</AccountId>
        <AccountType/>
      </UserInfo>
      <UserInfo>
        <DisplayName>Sarault, Olivia M</DisplayName>
        <AccountId>29</AccountId>
        <AccountType/>
      </UserInfo>
      <UserInfo>
        <DisplayName>Hiller, Kelly R</DisplayName>
        <AccountId>98</AccountId>
        <AccountType/>
      </UserInfo>
      <UserInfo>
        <DisplayName>Eddy, Abigail Ellen</DisplayName>
        <AccountId>46</AccountId>
        <AccountType/>
      </UserInfo>
      <UserInfo>
        <DisplayName>Gu, Yu Rain</DisplayName>
        <AccountId>77</AccountId>
        <AccountType/>
      </UserInfo>
      <UserInfo>
        <DisplayName>Reese, Kristy S</DisplayName>
        <AccountId>26</AccountId>
        <AccountType/>
      </UserInfo>
    </SharedWithUsers>
    <lcf76f155ced4ddcb4097134ff3c332f xmlns="37af3f4b-4b66-46f9-8456-831d9bc3e737">
      <Terms xmlns="http://schemas.microsoft.com/office/infopath/2007/PartnerControls"/>
    </lcf76f155ced4ddcb4097134ff3c332f>
    <TaxCatchAll xmlns="d6656b4d-3fa0-4709-acfb-d5e813445d1e" xsi:nil="true"/>
  </documentManagement>
</p:properties>
</file>

<file path=customXml/itemProps1.xml><?xml version="1.0" encoding="utf-8"?>
<ds:datastoreItem xmlns:ds="http://schemas.openxmlformats.org/officeDocument/2006/customXml" ds:itemID="{F5B64EEB-1B4A-4920-AA44-E234D7D487D1}">
  <ds:schemaRefs>
    <ds:schemaRef ds:uri="http://schemas.microsoft.com/sharepoint/v3/contenttype/forms"/>
  </ds:schemaRefs>
</ds:datastoreItem>
</file>

<file path=customXml/itemProps2.xml><?xml version="1.0" encoding="utf-8"?>
<ds:datastoreItem xmlns:ds="http://schemas.openxmlformats.org/officeDocument/2006/customXml" ds:itemID="{64D795B0-FAA0-424A-9B96-7691ED1EF26B}">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37af3f4b-4b66-46f9-8456-831d9bc3e737"/>
    <ds:schemaRef ds:uri="d6656b4d-3fa0-4709-acfb-d5e813445d1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21DE0D6C-581B-4814-98E7-EF172D5D46A1}">
  <ds:schemaRefs>
    <ds:schemaRef ds:uri="http://schemas.microsoft.com/office/2006/documentManagement/types"/>
    <ds:schemaRef ds:uri="37af3f4b-4b66-46f9-8456-831d9bc3e737"/>
    <ds:schemaRef ds:uri="http://schemas.openxmlformats.org/package/2006/metadata/core-properties"/>
    <ds:schemaRef ds:uri="http://purl.org/dc/terms/"/>
    <ds:schemaRef ds:uri="http://purl.org/dc/elements/1.1/"/>
    <ds:schemaRef ds:uri="http://www.w3.org/XML/1998/namespace"/>
    <ds:schemaRef ds:uri="http://schemas.microsoft.com/office/infopath/2007/PartnerControls"/>
    <ds:schemaRef ds:uri="d6656b4d-3fa0-4709-acfb-d5e813445d1e"/>
    <ds:schemaRef ds:uri="http://schemas.microsoft.com/office/2006/metadata/properties"/>
    <ds:schemaRef ds:uri="http://purl.org/dc/dcmitype/"/>
  </ds:schemaRefs>
</ds:datastoreItem>
</file>

<file path=docProps/app.xml><?xml version="1.0" encoding="utf-8"?>
<Properties xmlns="http://schemas.openxmlformats.org/officeDocument/2006/extended-properties" xmlns:vt="http://schemas.openxmlformats.org/officeDocument/2006/docPropsVTypes">
  <Template>Office Theme</Template>
  <TotalTime>846</TotalTime>
  <Words>405</Words>
  <Application>Microsoft Macintosh PowerPoint</Application>
  <PresentationFormat>Widescreen</PresentationFormat>
  <Paragraphs>45</Paragraphs>
  <Slides>11</Slides>
  <Notes>1</Notes>
  <HiddenSlides>0</HiddenSlides>
  <MMClips>0</MMClips>
  <ScaleCrop>false</ScaleCrop>
  <HeadingPairs>
    <vt:vector size="6" baseType="variant">
      <vt:variant>
        <vt:lpstr>Fonts Used</vt:lpstr>
      </vt:variant>
      <vt:variant>
        <vt:i4>11</vt:i4>
      </vt:variant>
      <vt:variant>
        <vt:lpstr>Theme</vt:lpstr>
      </vt:variant>
      <vt:variant>
        <vt:i4>1</vt:i4>
      </vt:variant>
      <vt:variant>
        <vt:lpstr>Slide Titles</vt:lpstr>
      </vt:variant>
      <vt:variant>
        <vt:i4>11</vt:i4>
      </vt:variant>
    </vt:vector>
  </HeadingPairs>
  <TitlesOfParts>
    <vt:vector size="23" baseType="lpstr">
      <vt:lpstr>Arial</vt:lpstr>
      <vt:lpstr>Acumin Pro Semibold</vt:lpstr>
      <vt:lpstr>Acumin Pro Medium</vt:lpstr>
      <vt:lpstr>Acumin Pro</vt:lpstr>
      <vt:lpstr>Acumin Pro Condensed Semibold</vt:lpstr>
      <vt:lpstr>Franklin Gothic Medium</vt:lpstr>
      <vt:lpstr>Calibri</vt:lpstr>
      <vt:lpstr>Franklin Gothic Book</vt:lpstr>
      <vt:lpstr>Franklin Gothic Medium Cond</vt:lpstr>
      <vt:lpstr>Wingdings</vt:lpstr>
      <vt:lpstr>Times New Roman</vt:lpstr>
      <vt:lpstr>Office Theme</vt:lpstr>
      <vt:lpstr>DRIFT: Distributed Real-time Inertial and Frame Tracking on Resource-Constrained ESP32 Hardware</vt:lpstr>
      <vt:lpstr>Localization Without GPS, Without a Real Computer</vt:lpstr>
      <vt:lpstr>Hardware Constrains</vt:lpstr>
      <vt:lpstr>System Architecture</vt:lpstr>
      <vt:lpstr>Optical Flow and Lucas-Kanade tracking</vt:lpstr>
      <vt:lpstr>Extended Kalman Filter</vt:lpstr>
      <vt:lpstr>Experimental Setup</vt:lpstr>
      <vt:lpstr>Demo</vt:lpstr>
      <vt:lpstr>Results</vt:lpstr>
      <vt:lpstr>Conclusion and Future Steps</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Phillipp Herbert Josef Gery</dc:creator>
  <cp:lastModifiedBy>Phillipp Herbert Josef Gery</cp:lastModifiedBy>
  <cp:revision>5</cp:revision>
  <dcterms:created xsi:type="dcterms:W3CDTF">2026-05-06T23:58:38Z</dcterms:created>
  <dcterms:modified xsi:type="dcterms:W3CDTF">2026-05-08T13:18:01Z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2023-02-20T19:00:53Z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b33bf962-ed92-4dd9-bc75-9825fb79b2e3</vt:lpwstr>
  </property>
  <property fmtid="{D5CDD505-2E9C-101B-9397-08002B2CF9AE}" pid="8" name="MSIP_Label_4044bd30-2ed7-4c9d-9d12-46200872a97b_ContentBits">
    <vt:lpwstr>0</vt:lpwstr>
  </property>
  <property fmtid="{D5CDD505-2E9C-101B-9397-08002B2CF9AE}" pid="9" name="ContentTypeId">
    <vt:lpwstr>0x01010054E202481DC1CB46AA011D949D311478</vt:lpwstr>
  </property>
  <property fmtid="{D5CDD505-2E9C-101B-9397-08002B2CF9AE}" pid="10" name="MediaServiceImageTags">
    <vt:lpwstr/>
  </property>
</Properties>
</file>