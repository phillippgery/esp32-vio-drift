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648" r:id="rId4"/>
  </p:sldMasterIdLst>
  <p:notesMasterIdLst>
    <p:notesMasterId r:id="rId15"/>
  </p:notesMasterIdLst>
  <p:sldIdLst>
    <p:sldId id="267" r:id="rId5"/>
    <p:sldId id="299" r:id="rId6"/>
    <p:sldId id="307" r:id="rId7"/>
    <p:sldId id="302" r:id="rId8"/>
    <p:sldId id="301" r:id="rId9"/>
    <p:sldId id="303" r:id="rId10"/>
    <p:sldId id="308" r:id="rId11"/>
    <p:sldId id="309" r:id="rId12"/>
    <p:sldId id="310" r:id="rId13"/>
    <p:sldId id="277" r:id="rId14"/>
  </p:sldIdLst>
  <p:sldSz cx="12192000" cy="6858000"/>
  <p:notesSz cx="6858000" cy="9144000"/>
  <p:embeddedFontLst>
    <p:embeddedFont>
      <p:font typeface="Acumin Pro Condensed Semibold" panose="020B0706020202020204" pitchFamily="34" charset="77"/>
      <p:regular r:id="rId16"/>
      <p:bold r:id="rId17"/>
      <p:italic r:id="rId18"/>
      <p:boldItalic r:id="rId19"/>
    </p:embeddedFont>
    <p:embeddedFont>
      <p:font typeface="Acumin Pro Medium" panose="020B0604020202020204" pitchFamily="34" charset="77"/>
      <p:regular r:id="rId20"/>
      <p:italic r:id="rId21"/>
    </p:embeddedFont>
    <p:embeddedFont>
      <p:font typeface="Franklin Gothic Book" panose="020B0503020102020204" pitchFamily="34" charset="0"/>
      <p:regular r:id="rId22"/>
      <p:italic r:id="rId23"/>
    </p:embeddedFont>
    <p:embeddedFont>
      <p:font typeface="Franklin Gothic Medium" panose="020B0603020102020204" pitchFamily="34" charset="0"/>
      <p:regular r:id="rId24"/>
      <p:italic r:id="rId25"/>
    </p:embeddedFont>
    <p:embeddedFont>
      <p:font typeface="Franklin Gothic Medium Cond" panose="020B0606030402020204" pitchFamily="34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80" userDrawn="1">
          <p15:clr>
            <a:srgbClr val="A4A3A4"/>
          </p15:clr>
        </p15:guide>
        <p15:guide id="2" pos="312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26CE219-6CB4-4D82-2315-C217F06FFCCD}" name="Hiller, Kelly R" initials="HKR" userId="S::khiller@purdue.edu::b25b1487-7f5e-4b7f-a0b2-f8bcb0b1ea5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B991"/>
    <a:srgbClr val="DDB945"/>
    <a:srgbClr val="EBD9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93"/>
    <p:restoredTop sz="94737"/>
  </p:normalViewPr>
  <p:slideViewPr>
    <p:cSldViewPr snapToGrid="0">
      <p:cViewPr varScale="1">
        <p:scale>
          <a:sx n="113" d="100"/>
          <a:sy n="113" d="100"/>
        </p:scale>
        <p:origin x="208" y="784"/>
      </p:cViewPr>
      <p:guideLst>
        <p:guide orient="horz" pos="1080"/>
        <p:guide pos="31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customXml" Target="../customXml/item3.xml"/><Relationship Id="rId21" Type="http://schemas.openxmlformats.org/officeDocument/2006/relationships/font" Target="fonts/font6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customXml" Target="../customXml/item2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9.fntdata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font" Target="fonts/font4.fntdata"/><Relationship Id="rId31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7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926CF7-48D8-2F46-AFC8-8A5D2298DFDD}" type="datetimeFigureOut">
              <a:rPr lang="en-US" smtClean="0"/>
              <a:t>5/6/26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7BF745-0557-B241-863F-056113C70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674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3316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56800" y="0"/>
            <a:ext cx="2235200" cy="6858000"/>
          </a:xfrm>
          <a:prstGeom prst="rect">
            <a:avLst/>
          </a:prstGeom>
          <a:noFill/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47BD40D6-A6F9-8B8C-560F-0C7A97097E8F}"/>
              </a:ext>
            </a:extLst>
          </p:cNvPr>
          <p:cNvSpPr/>
          <p:nvPr userDrawn="1"/>
        </p:nvSpPr>
        <p:spPr>
          <a:xfrm>
            <a:off x="9954706" y="-9439"/>
            <a:ext cx="2246721" cy="6867440"/>
          </a:xfrm>
          <a:custGeom>
            <a:avLst/>
            <a:gdLst>
              <a:gd name="connsiteX0" fmla="*/ 0 w 2243579"/>
              <a:gd name="connsiteY0" fmla="*/ 0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0 w 2243579"/>
              <a:gd name="connsiteY4" fmla="*/ 0 h 6881568"/>
              <a:gd name="connsiteX0" fmla="*/ 1300899 w 2243579"/>
              <a:gd name="connsiteY0" fmla="*/ 565608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300899 w 2243579"/>
              <a:gd name="connsiteY4" fmla="*/ 565608 h 6881568"/>
              <a:gd name="connsiteX0" fmla="*/ 1602557 w 2243579"/>
              <a:gd name="connsiteY0" fmla="*/ 18854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602557 w 2243579"/>
              <a:gd name="connsiteY4" fmla="*/ 18854 h 6881568"/>
              <a:gd name="connsiteX0" fmla="*/ 1319753 w 1960775"/>
              <a:gd name="connsiteY0" fmla="*/ 18854 h 6881568"/>
              <a:gd name="connsiteX1" fmla="*/ 1960775 w 1960775"/>
              <a:gd name="connsiteY1" fmla="*/ 0 h 6881568"/>
              <a:gd name="connsiteX2" fmla="*/ 1960775 w 1960775"/>
              <a:gd name="connsiteY2" fmla="*/ 6881568 h 6881568"/>
              <a:gd name="connsiteX3" fmla="*/ 0 w 1960775"/>
              <a:gd name="connsiteY3" fmla="*/ 6806154 h 6881568"/>
              <a:gd name="connsiteX4" fmla="*/ 1319753 w 1960775"/>
              <a:gd name="connsiteY4" fmla="*/ 18854 h 6881568"/>
              <a:gd name="connsiteX0" fmla="*/ 1593130 w 2234152"/>
              <a:gd name="connsiteY0" fmla="*/ 18854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93130 w 2234152"/>
              <a:gd name="connsiteY4" fmla="*/ 18854 h 6881569"/>
              <a:gd name="connsiteX0" fmla="*/ 1583717 w 2234152"/>
              <a:gd name="connsiteY0" fmla="*/ 9420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83717 w 2234152"/>
              <a:gd name="connsiteY4" fmla="*/ 9420 h 6881569"/>
              <a:gd name="connsiteX0" fmla="*/ 1583717 w 2243566"/>
              <a:gd name="connsiteY0" fmla="*/ 0 h 6872149"/>
              <a:gd name="connsiteX1" fmla="*/ 2243566 w 2243566"/>
              <a:gd name="connsiteY1" fmla="*/ 12 h 6872149"/>
              <a:gd name="connsiteX2" fmla="*/ 2234152 w 2243566"/>
              <a:gd name="connsiteY2" fmla="*/ 6872148 h 6872149"/>
              <a:gd name="connsiteX3" fmla="*/ 0 w 2243566"/>
              <a:gd name="connsiteY3" fmla="*/ 6872149 h 6872149"/>
              <a:gd name="connsiteX4" fmla="*/ 1583717 w 2243566"/>
              <a:gd name="connsiteY4" fmla="*/ 0 h 687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3566" h="6872149">
                <a:moveTo>
                  <a:pt x="1583717" y="0"/>
                </a:moveTo>
                <a:lnTo>
                  <a:pt x="2243566" y="12"/>
                </a:lnTo>
                <a:lnTo>
                  <a:pt x="2234152" y="6872148"/>
                </a:lnTo>
                <a:lnTo>
                  <a:pt x="0" y="6872149"/>
                </a:lnTo>
                <a:lnTo>
                  <a:pt x="1583717" y="0"/>
                </a:lnTo>
                <a:close/>
              </a:path>
            </a:pathLst>
          </a:custGeom>
          <a:solidFill>
            <a:srgbClr val="CFB9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870E27-202E-F717-3FB6-D69451DF1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3257" y="2005070"/>
            <a:ext cx="7763458" cy="592834"/>
          </a:xfrm>
        </p:spPr>
        <p:txBody>
          <a:bodyPr>
            <a:noAutofit/>
          </a:bodyPr>
          <a:lstStyle>
            <a:lvl1pPr>
              <a:defRPr sz="5400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E966E-ACAB-E285-70D0-66AC08DF13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23257" y="2629338"/>
            <a:ext cx="7763458" cy="4492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400" b="1" i="0">
                <a:solidFill>
                  <a:schemeClr val="bg2"/>
                </a:solidFill>
                <a:latin typeface="Acumin Pro Semibold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6FFA1BC-72F9-9048-3E39-D300A3A6A5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23257" y="3107129"/>
            <a:ext cx="7763458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>
                <a:solidFill>
                  <a:schemeClr val="bg2"/>
                </a:solidFill>
                <a:latin typeface="Acumin Pro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fld id="{C7124C19-F609-8C4C-8116-78E353E3E672}" type="datetime1">
              <a:rPr lang="en-US" smtClean="0"/>
              <a:t>3/29/23</a:t>
            </a:fld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3A7607E-0B69-7042-8E26-D319E7C241D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3984" y="5739523"/>
            <a:ext cx="5061853" cy="535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527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AAC0BB7-28CB-1045-A186-168990E05D6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3984" y="5739523"/>
            <a:ext cx="5061853" cy="535961"/>
          </a:xfrm>
          <a:prstGeom prst="rect">
            <a:avLst/>
          </a:prstGeom>
        </p:spPr>
      </p:pic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56800" y="0"/>
            <a:ext cx="2235200" cy="6858000"/>
          </a:xfrm>
          <a:prstGeom prst="rect">
            <a:avLst/>
          </a:prstGeom>
          <a:noFill/>
        </p:spPr>
      </p:pic>
      <p:sp>
        <p:nvSpPr>
          <p:cNvPr id="6" name="Title 6">
            <a:extLst>
              <a:ext uri="{FF2B5EF4-FFF2-40B4-BE49-F238E27FC236}">
                <a16:creationId xmlns:a16="http://schemas.microsoft.com/office/drawing/2014/main" id="{B1EEEEC0-D7E4-4DE5-4E3D-FAAD9ABA89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3257" y="1812045"/>
            <a:ext cx="7763458" cy="719757"/>
          </a:xfrm>
        </p:spPr>
        <p:txBody>
          <a:bodyPr>
            <a:noAutofit/>
          </a:bodyPr>
          <a:lstStyle>
            <a:lvl1pPr>
              <a:defRPr sz="540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EDB9B8-C811-84E9-5F58-0130F3A805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23257" y="2617146"/>
            <a:ext cx="7763458" cy="4492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400" b="1" i="0">
                <a:solidFill>
                  <a:schemeClr val="tx1"/>
                </a:solidFill>
                <a:latin typeface="Acumin Pro Semibold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24BF34A7-30DF-7BD2-A5A2-434BBF6672C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23257" y="3148847"/>
            <a:ext cx="7763458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3/31/23</a:t>
            </a:r>
          </a:p>
        </p:txBody>
      </p:sp>
    </p:spTree>
    <p:extLst>
      <p:ext uri="{BB962C8B-B14F-4D97-AF65-F5344CB8AC3E}">
        <p14:creationId xmlns:p14="http://schemas.microsoft.com/office/powerpoint/2010/main" val="5699252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34176D92-8FAB-782E-E607-5D0C5CC9C2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487CAFF-04F4-A34D-B7B6-EBED6965FEF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7607" y="6218750"/>
            <a:ext cx="3362231" cy="356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5FDAFB6-8BB6-ADBB-6574-5B0C25E7B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972" y="4671391"/>
            <a:ext cx="11266714" cy="1401419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5FF931D0-D7E7-D9E1-3CCC-83299A0922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8972" y="6085510"/>
            <a:ext cx="11266714" cy="449263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2000" b="0" i="0">
                <a:solidFill>
                  <a:schemeClr val="tx1"/>
                </a:solidFill>
                <a:latin typeface="Acumin Pro Medium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586611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9525"/>
            <a:ext cx="12192000" cy="6892463"/>
          </a:xfrm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CA0E95C-D44C-0BD3-29E1-C39EBAC823A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4212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9" y="1543324"/>
            <a:ext cx="11266713" cy="4454706"/>
          </a:xfrm>
        </p:spPr>
        <p:txBody>
          <a:bodyPr numCol="1">
            <a:noAutofit/>
          </a:bodyPr>
          <a:lstStyle>
            <a:lvl1pPr marL="0" indent="0" algn="l" fontAlgn="t">
              <a:buFontTx/>
              <a:buNone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31718D0-66F2-E88D-01BB-CD3AF9F1A3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83C2160-68B6-4542-95EE-4143CADD6CC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7607" y="6218750"/>
            <a:ext cx="3362231" cy="356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4325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py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9" y="1543324"/>
            <a:ext cx="11266713" cy="4454706"/>
          </a:xfrm>
        </p:spPr>
        <p:txBody>
          <a:bodyPr numCol="2">
            <a:noAutofit/>
          </a:bodyPr>
          <a:lstStyle>
            <a:lvl1pPr marL="0" indent="0" algn="l" fontAlgn="t">
              <a:buFontTx/>
              <a:buNone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31718D0-66F2-E88D-01BB-CD3AF9F1A3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B039E9B-3EFB-F449-9961-56969CFEC21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7607" y="6218750"/>
            <a:ext cx="3362231" cy="356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9984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628D381-488B-4C1C-32F0-1D389C1FF7E3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8086" y="1543324"/>
            <a:ext cx="11266714" cy="445470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5EE0A7E-143D-2A83-397F-55801DA06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65EE62C3-A7DA-7701-DE4B-C1A290C4FAE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F54FE2-5844-7885-7089-16924C393EB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D93FA26-12F4-CD44-AD60-93B33EC54B4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7607" y="6218750"/>
            <a:ext cx="3362231" cy="356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9036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742D-9D8E-3928-8B2A-C7202DA7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59E3ED-7921-E7F3-A0A2-0467597EF7E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68086" y="1543324"/>
            <a:ext cx="5413169" cy="4390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F449F3F-4187-E891-E28D-ABAA4011813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309157" y="1543324"/>
            <a:ext cx="5425643" cy="4390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FC4CE19-DA95-2729-993D-BB0D45B6B56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E23E79-165A-C0A0-34F4-D4CD4FAC54E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6F62120-BC29-7B42-90EF-6CE1820E648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7607" y="6218750"/>
            <a:ext cx="3362231" cy="356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963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742D-9D8E-3928-8B2A-C7202DA7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59E3ED-7921-E7F3-A0A2-0467597EF7E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68087" y="1543324"/>
            <a:ext cx="3507565" cy="4390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6D77F14-E88B-D0A5-6F63-E4DA45A7CD6B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342217" y="1543323"/>
            <a:ext cx="3507565" cy="439033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A95E987-1BAB-5DE6-3A52-75935C62985E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8243137" y="1543322"/>
            <a:ext cx="3507565" cy="439033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CA31FF2-2F1A-7D0F-36B0-1773F6A9AB3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E20F0F-7917-55BD-382B-A4E024108196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F92E4C2-B177-034A-ACC1-C3676D1D5E8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7607" y="6218750"/>
            <a:ext cx="3362231" cy="356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714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opy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6313" y="3652272"/>
            <a:ext cx="5469743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46311" y="1543323"/>
            <a:ext cx="5469745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6275945" y="1543323"/>
            <a:ext cx="5458727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10C66FF-C32F-9EF8-4FBC-44E08230B6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64929" y="3652271"/>
            <a:ext cx="5469743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1641B97-9FFC-02AC-9A83-AD9CF1F958B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F1D55B3-DE62-9744-8A1E-84A97FEB125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7607" y="6218750"/>
            <a:ext cx="3362231" cy="356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6850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opy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aseline="0">
                <a:solidFill>
                  <a:schemeClr val="accent4">
                    <a:lumMod val="6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6314" y="3652272"/>
            <a:ext cx="3534479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46312" y="1543323"/>
            <a:ext cx="3534479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336974" y="1543324"/>
            <a:ext cx="3527360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10C66FF-C32F-9EF8-4FBC-44E08230B6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325959" y="3652272"/>
            <a:ext cx="3534479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5D5694FC-6767-0363-8F8C-4C8AEA0C5DCC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8205605" y="1532307"/>
            <a:ext cx="3527360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347E27B2-1DE2-3469-81EF-9EBD7DC7AF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94590" y="3641255"/>
            <a:ext cx="3534479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039C530-4D1F-8F28-146E-3ECC4BBCE9E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E91789F-D0D4-8047-88FB-13966CB7FE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7607" y="6218750"/>
            <a:ext cx="3362231" cy="356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7671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27402-16CB-60F1-259A-4E1A16194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2" y="457200"/>
            <a:ext cx="4314823" cy="96409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889552-EB9F-6D72-9130-E107C02C22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2" y="1570383"/>
            <a:ext cx="4314823" cy="429860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5F6EAB8-D2BB-0BDE-C7AC-895B69CA53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871" y="457200"/>
            <a:ext cx="6662927" cy="54117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C4977-AD33-556A-2AED-7416F7D439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A7895D7-4D6B-AC47-9963-88D20F29342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7607" y="6218750"/>
            <a:ext cx="3362231" cy="356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900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hoto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99A83-2C12-9A72-A547-B9374C107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314" y="470037"/>
            <a:ext cx="4325711" cy="1034775"/>
          </a:xfrm>
        </p:spPr>
        <p:txBody>
          <a:bodyPr anchor="b"/>
          <a:lstStyle>
            <a:lvl1pPr fontAlgn="t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470037"/>
            <a:ext cx="6562498" cy="5391013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6314" y="1759226"/>
            <a:ext cx="4325711" cy="4086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A56456-EFF1-AF89-28F7-3D4A6920E07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454D3F7-E9EF-3042-B534-31D5C54C48A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7607" y="6218750"/>
            <a:ext cx="3362231" cy="356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3543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46313" y="1543323"/>
            <a:ext cx="5458727" cy="431772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7832766-AA56-63AE-E2AA-9A2947343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CF92D672-5C11-B647-ADA7-722837BA86C0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6286962" y="1543323"/>
            <a:ext cx="5458727" cy="431772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6AFB8997-E903-BD34-CBB7-A70F3BD090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3135B86-20D4-13D9-0376-A64DF5C381B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EF4BB4A-8DE4-4644-A2B1-5CCF7E90335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7607" y="6218750"/>
            <a:ext cx="3362231" cy="356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17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with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68086" y="1543323"/>
            <a:ext cx="5862679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615759" y="1543322"/>
            <a:ext cx="5129927" cy="430757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3486577" y="3795304"/>
            <a:ext cx="2844188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68086" y="3795304"/>
            <a:ext cx="2844188" cy="2055592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DA9D6A4-F44C-720B-EF21-A331231A647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ADC634B-A375-1F43-86DB-ACAFF996FA0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7607" y="6218750"/>
            <a:ext cx="3362231" cy="356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2444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35428" y="3253121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57200" y="1367317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60A3B0E8-AC0D-A169-37E3-2D123D6EBF24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4325104" y="1367317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640970D8-E511-89A8-FC5C-6DB37485ADE3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8181729" y="1367317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6B04B79A-B4BD-0306-3D46-D570E1F51CA6}"/>
              </a:ext>
            </a:extLst>
          </p:cNvPr>
          <p:cNvSpPr>
            <a:spLocks noGrp="1"/>
          </p:cNvSpPr>
          <p:nvPr>
            <p:ph type="body" sz="half" idx="18"/>
          </p:nvPr>
        </p:nvSpPr>
        <p:spPr>
          <a:xfrm>
            <a:off x="4303332" y="3253121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50B4796-C4B7-C272-5ADD-7D6C896B703E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8181729" y="3253121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4633AE4D-056F-FC97-1F10-877F247AB319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413656" y="5656648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19716662-3C77-F831-E45C-F9EA49810F58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435428" y="3770844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1ED1A14F-5E0D-476E-9C60-BD987EFC4940}"/>
              </a:ext>
            </a:extLst>
          </p:cNvPr>
          <p:cNvSpPr>
            <a:spLocks noGrp="1"/>
          </p:cNvSpPr>
          <p:nvPr>
            <p:ph type="pic" idx="22"/>
          </p:nvPr>
        </p:nvSpPr>
        <p:spPr>
          <a:xfrm>
            <a:off x="4303332" y="3770844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A0003A4C-26CB-DD7F-0B22-024AFB58DC67}"/>
              </a:ext>
            </a:extLst>
          </p:cNvPr>
          <p:cNvSpPr>
            <a:spLocks noGrp="1"/>
          </p:cNvSpPr>
          <p:nvPr>
            <p:ph type="pic" idx="23"/>
          </p:nvPr>
        </p:nvSpPr>
        <p:spPr>
          <a:xfrm>
            <a:off x="8193008" y="3770844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08CE8D58-56A2-6AE5-AB18-C53F4134DD88}"/>
              </a:ext>
            </a:extLst>
          </p:cNvPr>
          <p:cNvSpPr>
            <a:spLocks noGrp="1"/>
          </p:cNvSpPr>
          <p:nvPr>
            <p:ph type="body" sz="half" idx="24"/>
          </p:nvPr>
        </p:nvSpPr>
        <p:spPr>
          <a:xfrm>
            <a:off x="4281560" y="5656648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7A4C2D1F-1A58-AC60-F606-B816E5F23FFF}"/>
              </a:ext>
            </a:extLst>
          </p:cNvPr>
          <p:cNvSpPr>
            <a:spLocks noGrp="1"/>
          </p:cNvSpPr>
          <p:nvPr>
            <p:ph type="body" sz="half" idx="25"/>
          </p:nvPr>
        </p:nvSpPr>
        <p:spPr>
          <a:xfrm>
            <a:off x="8193008" y="5656648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0D3EBD5-219C-5B88-5FAA-E3535228FBDB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924D92CB-DB6C-EEE8-BDA7-E3D7B064364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BA7895A1-74AC-4A45-95B2-10B6DA3BB68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7607" y="6218750"/>
            <a:ext cx="3362231" cy="356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330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46314" y="1542762"/>
            <a:ext cx="2611015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344063" y="1542762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5D5694FC-6767-0363-8F8C-4C8AEA0C5DCC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6236553" y="1542762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6223A017-A902-92C1-8A99-7D45B08D860D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9129043" y="1542762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FE352EAA-3DC6-450E-518D-B55638975ECE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1843620" y="3651150"/>
            <a:ext cx="2611015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1E5E3807-051E-4D4B-1143-A6B4BDDBB5D8}"/>
              </a:ext>
            </a:extLst>
          </p:cNvPr>
          <p:cNvSpPr>
            <a:spLocks noGrp="1"/>
          </p:cNvSpPr>
          <p:nvPr>
            <p:ph type="pic" idx="19"/>
          </p:nvPr>
        </p:nvSpPr>
        <p:spPr>
          <a:xfrm>
            <a:off x="4741369" y="3651150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9659EF4B-6B57-DE2A-B33A-D60A659CFE6D}"/>
              </a:ext>
            </a:extLst>
          </p:cNvPr>
          <p:cNvSpPr>
            <a:spLocks noGrp="1"/>
          </p:cNvSpPr>
          <p:nvPr>
            <p:ph type="pic" idx="20"/>
          </p:nvPr>
        </p:nvSpPr>
        <p:spPr>
          <a:xfrm>
            <a:off x="7633859" y="3651150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0B1371B0-95CE-4462-18BB-F77CBC19BF86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92DA3F47-456E-9E4F-B886-83557C15F5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7607" y="6218750"/>
            <a:ext cx="3362231" cy="356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3131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2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21986" y="1643073"/>
            <a:ext cx="5212813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6521986" y="3884037"/>
            <a:ext cx="5212813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2C5294-0EFC-A3EC-D994-11DDCFE70D6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46315" y="1643073"/>
            <a:ext cx="5745165" cy="430757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7A134D-7A3A-AD4B-91DF-57347E308706}"/>
              </a:ext>
            </a:extLst>
          </p:cNvPr>
          <p:cNvSpPr/>
          <p:nvPr userDrawn="1"/>
        </p:nvSpPr>
        <p:spPr>
          <a:xfrm>
            <a:off x="6521986" y="3395949"/>
            <a:ext cx="5212813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581B053-21C8-C0AD-58C7-637A6315D1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21726" y="3395949"/>
            <a:ext cx="5212943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8B2033E-9DB9-9A2B-D4C5-6D8960838D22}"/>
              </a:ext>
            </a:extLst>
          </p:cNvPr>
          <p:cNvSpPr/>
          <p:nvPr userDrawn="1"/>
        </p:nvSpPr>
        <p:spPr>
          <a:xfrm>
            <a:off x="6521856" y="5636913"/>
            <a:ext cx="5212813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F02FFCFA-A84F-7535-4A5F-29A5FC646063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6521726" y="5636913"/>
            <a:ext cx="5212813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2785C5DB-355E-CD09-6EF5-58F892E8FB6F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BCA8C401-C8E4-754B-B3A5-3E09556710C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7607" y="6218750"/>
            <a:ext cx="3362231" cy="356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5271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3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21986" y="1643073"/>
            <a:ext cx="5212813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9287219" y="3884037"/>
            <a:ext cx="2447580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6521986" y="3879120"/>
            <a:ext cx="2528916" cy="2055592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2C5294-0EFC-A3EC-D994-11DDCFE70D6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46315" y="1643073"/>
            <a:ext cx="5745165" cy="430757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AC4E08-5A51-BF4F-655E-4E54DD771548}"/>
              </a:ext>
            </a:extLst>
          </p:cNvPr>
          <p:cNvSpPr/>
          <p:nvPr userDrawn="1"/>
        </p:nvSpPr>
        <p:spPr>
          <a:xfrm>
            <a:off x="6521986" y="3395949"/>
            <a:ext cx="5212813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7D80C23-74F3-F853-02BF-83C743039F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71823" y="3395949"/>
            <a:ext cx="5162846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F22EB8-4EFD-86A4-8EB8-8A4F1A1AA2DF}"/>
              </a:ext>
            </a:extLst>
          </p:cNvPr>
          <p:cNvSpPr/>
          <p:nvPr userDrawn="1"/>
        </p:nvSpPr>
        <p:spPr>
          <a:xfrm>
            <a:off x="6512818" y="5631997"/>
            <a:ext cx="251233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6A4B2AA-E0AE-18DD-BAA3-AF2A9CA6987A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6562654" y="5631997"/>
            <a:ext cx="2488248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8B5CD1-FF93-2C9C-1BFF-73A3CE39E65D}"/>
              </a:ext>
            </a:extLst>
          </p:cNvPr>
          <p:cNvSpPr/>
          <p:nvPr userDrawn="1"/>
        </p:nvSpPr>
        <p:spPr>
          <a:xfrm>
            <a:off x="9287218" y="5641703"/>
            <a:ext cx="2431941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C52272AC-9734-6D60-9441-B5E7B9E4E372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9337055" y="5641703"/>
            <a:ext cx="2408630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BE9F3313-6532-97CE-1E0D-3A21EA40A39C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11D2BA07-7CB8-E14F-8E24-3DAFEB3C736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7607" y="6218750"/>
            <a:ext cx="3362231" cy="356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4418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3 Blocks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4CFF414-FA47-F7EC-7EFB-7073E26BB831}"/>
              </a:ext>
            </a:extLst>
          </p:cNvPr>
          <p:cNvSpPr/>
          <p:nvPr userDrawn="1"/>
        </p:nvSpPr>
        <p:spPr>
          <a:xfrm>
            <a:off x="7938475" y="1315894"/>
            <a:ext cx="3319531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3C0F4F-1E76-E3A4-E5AA-8FA79C7C69FB}"/>
              </a:ext>
            </a:extLst>
          </p:cNvPr>
          <p:cNvSpPr/>
          <p:nvPr userDrawn="1"/>
        </p:nvSpPr>
        <p:spPr>
          <a:xfrm>
            <a:off x="4420956" y="1315895"/>
            <a:ext cx="3319531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7105CB-DECE-0616-2A57-776784CFC1CB}"/>
              </a:ext>
            </a:extLst>
          </p:cNvPr>
          <p:cNvSpPr/>
          <p:nvPr userDrawn="1"/>
        </p:nvSpPr>
        <p:spPr>
          <a:xfrm>
            <a:off x="903437" y="1315896"/>
            <a:ext cx="3319531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813FE17-B697-FB87-4ED6-D832D798E9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3506" y="1436468"/>
            <a:ext cx="3319462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8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B65CB9D-AA49-05C2-2100-C63D32C82B8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101943" y="4045824"/>
            <a:ext cx="2951163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43204028-135E-83A2-B94A-693154F531B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21284" y="1436468"/>
            <a:ext cx="3319462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8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D4E810FD-2D00-764A-B144-B235C21E32F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19721" y="4045824"/>
            <a:ext cx="2951163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0A71EF50-386A-A3B9-93FB-6EF179A4EE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938803" y="1433918"/>
            <a:ext cx="3319462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8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23" name="Picture Placeholder 10">
            <a:extLst>
              <a:ext uri="{FF2B5EF4-FFF2-40B4-BE49-F238E27FC236}">
                <a16:creationId xmlns:a16="http://schemas.microsoft.com/office/drawing/2014/main" id="{6AE17ED9-FDD9-34C3-1F7D-9A8EA4C4B40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37240" y="4043274"/>
            <a:ext cx="2951163" cy="155575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77D3ED32-45F9-B948-371F-67E8465B2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0F278F-8AAE-FA0B-4B47-AB0FFECE69F2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140B5B1B-89D1-9945-6AB1-0D9B2E27009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087907" y="2065260"/>
            <a:ext cx="2950589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body copy.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CCAB75A6-8C36-AD93-09A1-D377BF55C686}"/>
              </a:ext>
            </a:extLst>
          </p:cNvPr>
          <p:cNvSpPr>
            <a:spLocks noGrp="1"/>
          </p:cNvSpPr>
          <p:nvPr>
            <p:ph type="body" sz="half" idx="20" hasCustomPrompt="1"/>
          </p:nvPr>
        </p:nvSpPr>
        <p:spPr>
          <a:xfrm>
            <a:off x="4605427" y="2065259"/>
            <a:ext cx="2950589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body copy.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9BFCE088-E342-EDAD-213D-39C8B8D85057}"/>
              </a:ext>
            </a:extLst>
          </p:cNvPr>
          <p:cNvSpPr>
            <a:spLocks noGrp="1"/>
          </p:cNvSpPr>
          <p:nvPr>
            <p:ph type="body" sz="half" idx="21" hasCustomPrompt="1"/>
          </p:nvPr>
        </p:nvSpPr>
        <p:spPr>
          <a:xfrm>
            <a:off x="8122945" y="2065259"/>
            <a:ext cx="2950589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body copy.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52D6B0AF-7A65-0643-9BB2-70425E09A6C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7607" y="6218750"/>
            <a:ext cx="3362231" cy="356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7126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3 Blocks - G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C98D576-4759-5408-883D-2E56D9D0F603}"/>
              </a:ext>
            </a:extLst>
          </p:cNvPr>
          <p:cNvSpPr/>
          <p:nvPr userDrawn="1"/>
        </p:nvSpPr>
        <p:spPr>
          <a:xfrm>
            <a:off x="7938216" y="1315892"/>
            <a:ext cx="3319531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C44A1A-1D1D-F2D9-8EC1-EFF25EBA1FB0}"/>
              </a:ext>
            </a:extLst>
          </p:cNvPr>
          <p:cNvSpPr/>
          <p:nvPr userDrawn="1"/>
        </p:nvSpPr>
        <p:spPr>
          <a:xfrm>
            <a:off x="4420697" y="1315893"/>
            <a:ext cx="3319531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38D75A-DD50-6C6E-0A9D-7F77E72C780A}"/>
              </a:ext>
            </a:extLst>
          </p:cNvPr>
          <p:cNvSpPr/>
          <p:nvPr userDrawn="1"/>
        </p:nvSpPr>
        <p:spPr>
          <a:xfrm>
            <a:off x="903178" y="1315894"/>
            <a:ext cx="3319531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76A1563-09E6-06B6-EC4A-8E309CC57B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3247" y="1436466"/>
            <a:ext cx="3319462" cy="339561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8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AF401EC8-7352-A985-133C-726A718A9E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21025" y="1436466"/>
            <a:ext cx="3319462" cy="339561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8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71A04C69-EC92-81B2-FCD5-39464C669BE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938544" y="1433916"/>
            <a:ext cx="3319462" cy="339561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800" b="1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AE5BF8CB-9477-F598-75C4-6F35D608B35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101684" y="2040670"/>
            <a:ext cx="2951163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body copy.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AE6CE746-1703-63A8-BBD4-546AD104E27E}"/>
              </a:ext>
            </a:extLst>
          </p:cNvPr>
          <p:cNvSpPr>
            <a:spLocks noGrp="1"/>
          </p:cNvSpPr>
          <p:nvPr>
            <p:ph type="body" sz="half" idx="24" hasCustomPrompt="1"/>
          </p:nvPr>
        </p:nvSpPr>
        <p:spPr>
          <a:xfrm>
            <a:off x="4604880" y="2065258"/>
            <a:ext cx="2951163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body copy.</a:t>
            </a:r>
          </a:p>
        </p:txBody>
      </p:sp>
      <p:sp>
        <p:nvSpPr>
          <p:cNvPr id="33" name="Picture Placeholder 10">
            <a:extLst>
              <a:ext uri="{FF2B5EF4-FFF2-40B4-BE49-F238E27FC236}">
                <a16:creationId xmlns:a16="http://schemas.microsoft.com/office/drawing/2014/main" id="{53952BA5-2190-5106-0EBD-DA1D15EFBB9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101684" y="4045822"/>
            <a:ext cx="2951163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10">
            <a:extLst>
              <a:ext uri="{FF2B5EF4-FFF2-40B4-BE49-F238E27FC236}">
                <a16:creationId xmlns:a16="http://schemas.microsoft.com/office/drawing/2014/main" id="{835FE666-CADC-4DB4-80A4-BFD9823DE05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19462" y="4045822"/>
            <a:ext cx="2951163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5" name="Picture Placeholder 10">
            <a:extLst>
              <a:ext uri="{FF2B5EF4-FFF2-40B4-BE49-F238E27FC236}">
                <a16:creationId xmlns:a16="http://schemas.microsoft.com/office/drawing/2014/main" id="{AECA5017-0E7C-4957-02B2-65FA6C1F6E5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36981" y="4043272"/>
            <a:ext cx="2951163" cy="155575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9F4CE92C-83FA-CA44-69CB-E6229E144199}"/>
              </a:ext>
            </a:extLst>
          </p:cNvPr>
          <p:cNvSpPr>
            <a:spLocks noGrp="1"/>
          </p:cNvSpPr>
          <p:nvPr>
            <p:ph type="body" sz="half" idx="25" hasCustomPrompt="1"/>
          </p:nvPr>
        </p:nvSpPr>
        <p:spPr>
          <a:xfrm>
            <a:off x="8129414" y="2071424"/>
            <a:ext cx="2951163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body copy.</a:t>
            </a:r>
          </a:p>
        </p:txBody>
      </p:sp>
      <p:sp>
        <p:nvSpPr>
          <p:cNvPr id="40" name="Title 39">
            <a:extLst>
              <a:ext uri="{FF2B5EF4-FFF2-40B4-BE49-F238E27FC236}">
                <a16:creationId xmlns:a16="http://schemas.microsoft.com/office/drawing/2014/main" id="{2CAB310C-9DF2-C217-7A37-81705800E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4DDE6D-DD47-E873-4306-EBFC1F91F657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FCDBDD2C-9BBA-CC44-97ED-E096451205B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7607" y="6218750"/>
            <a:ext cx="3362231" cy="356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94665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5 Color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itle 39">
            <a:extLst>
              <a:ext uri="{FF2B5EF4-FFF2-40B4-BE49-F238E27FC236}">
                <a16:creationId xmlns:a16="http://schemas.microsoft.com/office/drawing/2014/main" id="{2CAB310C-9DF2-C217-7A37-81705800E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79A34A-6A6B-FC98-1EC8-8347FAB1A48F}"/>
              </a:ext>
            </a:extLst>
          </p:cNvPr>
          <p:cNvSpPr/>
          <p:nvPr userDrawn="1"/>
        </p:nvSpPr>
        <p:spPr>
          <a:xfrm>
            <a:off x="1008584" y="1660596"/>
            <a:ext cx="1918020" cy="4364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3F2A76-73C1-7478-1C52-F70D9B50BC0A}"/>
              </a:ext>
            </a:extLst>
          </p:cNvPr>
          <p:cNvSpPr/>
          <p:nvPr userDrawn="1"/>
        </p:nvSpPr>
        <p:spPr>
          <a:xfrm>
            <a:off x="1011339" y="2160555"/>
            <a:ext cx="1915265" cy="323350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6525D0-8078-E003-46A7-FFCB83C221E0}"/>
              </a:ext>
            </a:extLst>
          </p:cNvPr>
          <p:cNvSpPr/>
          <p:nvPr userDrawn="1"/>
        </p:nvSpPr>
        <p:spPr>
          <a:xfrm>
            <a:off x="3045437" y="1660596"/>
            <a:ext cx="1918020" cy="43641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E6AD059-9160-4AE4-0F86-92FB0AAD082C}"/>
              </a:ext>
            </a:extLst>
          </p:cNvPr>
          <p:cNvSpPr/>
          <p:nvPr userDrawn="1"/>
        </p:nvSpPr>
        <p:spPr>
          <a:xfrm>
            <a:off x="3048192" y="2160555"/>
            <a:ext cx="1915265" cy="323350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0F701C0-7A2F-0B95-E95C-07302A14CA56}"/>
              </a:ext>
            </a:extLst>
          </p:cNvPr>
          <p:cNvSpPr/>
          <p:nvPr userDrawn="1"/>
        </p:nvSpPr>
        <p:spPr>
          <a:xfrm>
            <a:off x="5082290" y="1660596"/>
            <a:ext cx="1918020" cy="436418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D786ED8-9187-C7FB-F774-CE52A2971FFD}"/>
              </a:ext>
            </a:extLst>
          </p:cNvPr>
          <p:cNvSpPr/>
          <p:nvPr userDrawn="1"/>
        </p:nvSpPr>
        <p:spPr>
          <a:xfrm>
            <a:off x="5085045" y="2160555"/>
            <a:ext cx="1915265" cy="323350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A6F5635-02F3-829F-B778-4A766D8D4A2D}"/>
              </a:ext>
            </a:extLst>
          </p:cNvPr>
          <p:cNvSpPr/>
          <p:nvPr userDrawn="1"/>
        </p:nvSpPr>
        <p:spPr>
          <a:xfrm>
            <a:off x="7119143" y="1660596"/>
            <a:ext cx="1918020" cy="4364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CBD6A50-2E1C-FDDB-2F9B-D9101B8535C5}"/>
              </a:ext>
            </a:extLst>
          </p:cNvPr>
          <p:cNvSpPr/>
          <p:nvPr userDrawn="1"/>
        </p:nvSpPr>
        <p:spPr>
          <a:xfrm>
            <a:off x="7121898" y="2160555"/>
            <a:ext cx="1915265" cy="323350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239B4FF-413F-3DBC-C6E4-087C951C5464}"/>
              </a:ext>
            </a:extLst>
          </p:cNvPr>
          <p:cNvSpPr/>
          <p:nvPr userDrawn="1"/>
        </p:nvSpPr>
        <p:spPr>
          <a:xfrm>
            <a:off x="9155998" y="1660596"/>
            <a:ext cx="1918020" cy="43641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CB8434E-9F38-4592-327E-51A570C73E09}"/>
              </a:ext>
            </a:extLst>
          </p:cNvPr>
          <p:cNvSpPr/>
          <p:nvPr userDrawn="1"/>
        </p:nvSpPr>
        <p:spPr>
          <a:xfrm>
            <a:off x="9158753" y="2160555"/>
            <a:ext cx="1915265" cy="323350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1BA8130D-B7F2-9815-5056-6F334D4BBA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08584" y="1783909"/>
            <a:ext cx="1918018" cy="220506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5" name="Text Placeholder 6">
            <a:extLst>
              <a:ext uri="{FF2B5EF4-FFF2-40B4-BE49-F238E27FC236}">
                <a16:creationId xmlns:a16="http://schemas.microsoft.com/office/drawing/2014/main" id="{A41A66E4-0B84-E1FB-88CD-3E0E6E80C4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045438" y="1768552"/>
            <a:ext cx="1918018" cy="220506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6" name="Text Placeholder 6">
            <a:extLst>
              <a:ext uri="{FF2B5EF4-FFF2-40B4-BE49-F238E27FC236}">
                <a16:creationId xmlns:a16="http://schemas.microsoft.com/office/drawing/2014/main" id="{235E5CE7-3D80-1BB5-DACD-8A63CA927E9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082291" y="1768552"/>
            <a:ext cx="1918018" cy="220506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7" name="Text Placeholder 6">
            <a:extLst>
              <a:ext uri="{FF2B5EF4-FFF2-40B4-BE49-F238E27FC236}">
                <a16:creationId xmlns:a16="http://schemas.microsoft.com/office/drawing/2014/main" id="{685C02D4-EA4F-4962-D397-F6439EC5C6E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119145" y="1768552"/>
            <a:ext cx="1918018" cy="220506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1F46F0A7-55C4-6BAE-BCB0-157A86C9199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156000" y="1770870"/>
            <a:ext cx="1918018" cy="220506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9" name="Text Placeholder 3">
            <a:extLst>
              <a:ext uri="{FF2B5EF4-FFF2-40B4-BE49-F238E27FC236}">
                <a16:creationId xmlns:a16="http://schemas.microsoft.com/office/drawing/2014/main" id="{9E69C3F7-0A3A-FAC2-6540-8BB750E9AA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7982" y="2312717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3">
            <a:extLst>
              <a:ext uri="{FF2B5EF4-FFF2-40B4-BE49-F238E27FC236}">
                <a16:creationId xmlns:a16="http://schemas.microsoft.com/office/drawing/2014/main" id="{040CB427-2320-1A81-037C-6D83BCA5B36F}"/>
              </a:ext>
            </a:extLst>
          </p:cNvPr>
          <p:cNvSpPr>
            <a:spLocks noGrp="1"/>
          </p:cNvSpPr>
          <p:nvPr>
            <p:ph type="body" sz="half" idx="32"/>
          </p:nvPr>
        </p:nvSpPr>
        <p:spPr>
          <a:xfrm>
            <a:off x="3175312" y="2299864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3">
            <a:extLst>
              <a:ext uri="{FF2B5EF4-FFF2-40B4-BE49-F238E27FC236}">
                <a16:creationId xmlns:a16="http://schemas.microsoft.com/office/drawing/2014/main" id="{3144BCA8-7BD5-8323-CDAB-E5362D78AA68}"/>
              </a:ext>
            </a:extLst>
          </p:cNvPr>
          <p:cNvSpPr>
            <a:spLocks noGrp="1"/>
          </p:cNvSpPr>
          <p:nvPr>
            <p:ph type="body" sz="half" idx="33"/>
          </p:nvPr>
        </p:nvSpPr>
        <p:spPr>
          <a:xfrm>
            <a:off x="5212165" y="2298292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3">
            <a:extLst>
              <a:ext uri="{FF2B5EF4-FFF2-40B4-BE49-F238E27FC236}">
                <a16:creationId xmlns:a16="http://schemas.microsoft.com/office/drawing/2014/main" id="{82EC0719-39BA-B2AB-F29D-3C947DC78925}"/>
              </a:ext>
            </a:extLst>
          </p:cNvPr>
          <p:cNvSpPr>
            <a:spLocks noGrp="1"/>
          </p:cNvSpPr>
          <p:nvPr>
            <p:ph type="body" sz="half" idx="34"/>
          </p:nvPr>
        </p:nvSpPr>
        <p:spPr>
          <a:xfrm>
            <a:off x="7249018" y="2298292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3">
            <a:extLst>
              <a:ext uri="{FF2B5EF4-FFF2-40B4-BE49-F238E27FC236}">
                <a16:creationId xmlns:a16="http://schemas.microsoft.com/office/drawing/2014/main" id="{B939ED29-1A95-3771-8E52-C1F99F848ABD}"/>
              </a:ext>
            </a:extLst>
          </p:cNvPr>
          <p:cNvSpPr>
            <a:spLocks noGrp="1"/>
          </p:cNvSpPr>
          <p:nvPr>
            <p:ph type="body" sz="half" idx="35"/>
          </p:nvPr>
        </p:nvSpPr>
        <p:spPr>
          <a:xfrm>
            <a:off x="9285873" y="2312717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ext Placeholder 13">
            <a:extLst>
              <a:ext uri="{FF2B5EF4-FFF2-40B4-BE49-F238E27FC236}">
                <a16:creationId xmlns:a16="http://schemas.microsoft.com/office/drawing/2014/main" id="{F45DEB53-8B0A-80C6-DDED-B723442350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E58850-3E44-9220-12DF-98BC6F729C54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6560D941-1465-1D4A-A847-2D1234C8DA6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7607" y="6218750"/>
            <a:ext cx="3362231" cy="356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54071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aption - Black Diago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610386" y="-9524"/>
            <a:ext cx="6581614" cy="6867524"/>
          </a:xfrm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0C207-AC1E-087B-DE95-A55BC82CAF9A}"/>
              </a:ext>
            </a:extLst>
          </p:cNvPr>
          <p:cNvSpPr/>
          <p:nvPr userDrawn="1"/>
        </p:nvSpPr>
        <p:spPr>
          <a:xfrm>
            <a:off x="0" y="-9440"/>
            <a:ext cx="7284203" cy="6882938"/>
          </a:xfrm>
          <a:custGeom>
            <a:avLst/>
            <a:gdLst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7284203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5114441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82938"/>
              <a:gd name="connsiteX1" fmla="*/ 7284203 w 7284203"/>
              <a:gd name="connsiteY1" fmla="*/ 0 h 6882938"/>
              <a:gd name="connsiteX2" fmla="*/ 5610386 w 7284203"/>
              <a:gd name="connsiteY2" fmla="*/ 6882938 h 6882938"/>
              <a:gd name="connsiteX3" fmla="*/ 0 w 7284203"/>
              <a:gd name="connsiteY3" fmla="*/ 6867440 h 6882938"/>
              <a:gd name="connsiteX4" fmla="*/ 0 w 7284203"/>
              <a:gd name="connsiteY4" fmla="*/ 0 h 68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84203" h="6882938">
                <a:moveTo>
                  <a:pt x="0" y="0"/>
                </a:moveTo>
                <a:lnTo>
                  <a:pt x="7284203" y="0"/>
                </a:lnTo>
                <a:lnTo>
                  <a:pt x="5610386" y="6882938"/>
                </a:lnTo>
                <a:lnTo>
                  <a:pt x="0" y="686744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2696218-EA6F-DE53-DF14-6383AEA46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005" y="891153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B620EBE-30BB-D534-67D3-D8578AA68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2005" y="2491353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A0ED9A8-0DA3-BC24-94A1-086C8ECA818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F9D8470-6707-634E-83EB-0AE05382F66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7607" y="6218750"/>
            <a:ext cx="3362231" cy="35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37483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aption - White Diago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500C207-AC1E-087B-DE95-A55BC82CAF9A}"/>
              </a:ext>
            </a:extLst>
          </p:cNvPr>
          <p:cNvSpPr/>
          <p:nvPr userDrawn="1"/>
        </p:nvSpPr>
        <p:spPr>
          <a:xfrm>
            <a:off x="0" y="0"/>
            <a:ext cx="7284203" cy="6882938"/>
          </a:xfrm>
          <a:custGeom>
            <a:avLst/>
            <a:gdLst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7284203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5114441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82938"/>
              <a:gd name="connsiteX1" fmla="*/ 7284203 w 7284203"/>
              <a:gd name="connsiteY1" fmla="*/ 0 h 6882938"/>
              <a:gd name="connsiteX2" fmla="*/ 5610386 w 7284203"/>
              <a:gd name="connsiteY2" fmla="*/ 6882938 h 6882938"/>
              <a:gd name="connsiteX3" fmla="*/ 0 w 7284203"/>
              <a:gd name="connsiteY3" fmla="*/ 6867440 h 6882938"/>
              <a:gd name="connsiteX4" fmla="*/ 0 w 7284203"/>
              <a:gd name="connsiteY4" fmla="*/ 0 h 68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84203" h="6882938">
                <a:moveTo>
                  <a:pt x="0" y="0"/>
                </a:moveTo>
                <a:lnTo>
                  <a:pt x="7284203" y="0"/>
                </a:lnTo>
                <a:lnTo>
                  <a:pt x="5610386" y="6882938"/>
                </a:lnTo>
                <a:lnTo>
                  <a:pt x="0" y="686744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610386" y="-9525"/>
            <a:ext cx="6581614" cy="6892463"/>
          </a:xfrm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2696218-EA6F-DE53-DF14-6383AEA462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2005" y="891153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B620EBE-30BB-D534-67D3-D8578AA68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2005" y="2491353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511E696-D9D7-67E3-048E-80603F311A2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26D216B-E0D3-4D4A-9F8D-114C967589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7607" y="6218750"/>
            <a:ext cx="3362231" cy="356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50201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56800" y="0"/>
            <a:ext cx="2235200" cy="6858000"/>
          </a:xfrm>
          <a:prstGeom prst="rect">
            <a:avLst/>
          </a:prstGeom>
          <a:noFill/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47BD40D6-A6F9-8B8C-560F-0C7A97097E8F}"/>
              </a:ext>
            </a:extLst>
          </p:cNvPr>
          <p:cNvSpPr/>
          <p:nvPr userDrawn="1"/>
        </p:nvSpPr>
        <p:spPr>
          <a:xfrm>
            <a:off x="9954706" y="-9439"/>
            <a:ext cx="2246721" cy="6867440"/>
          </a:xfrm>
          <a:custGeom>
            <a:avLst/>
            <a:gdLst>
              <a:gd name="connsiteX0" fmla="*/ 0 w 2243579"/>
              <a:gd name="connsiteY0" fmla="*/ 0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0 w 2243579"/>
              <a:gd name="connsiteY4" fmla="*/ 0 h 6881568"/>
              <a:gd name="connsiteX0" fmla="*/ 1300899 w 2243579"/>
              <a:gd name="connsiteY0" fmla="*/ 565608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300899 w 2243579"/>
              <a:gd name="connsiteY4" fmla="*/ 565608 h 6881568"/>
              <a:gd name="connsiteX0" fmla="*/ 1602557 w 2243579"/>
              <a:gd name="connsiteY0" fmla="*/ 18854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602557 w 2243579"/>
              <a:gd name="connsiteY4" fmla="*/ 18854 h 6881568"/>
              <a:gd name="connsiteX0" fmla="*/ 1319753 w 1960775"/>
              <a:gd name="connsiteY0" fmla="*/ 18854 h 6881568"/>
              <a:gd name="connsiteX1" fmla="*/ 1960775 w 1960775"/>
              <a:gd name="connsiteY1" fmla="*/ 0 h 6881568"/>
              <a:gd name="connsiteX2" fmla="*/ 1960775 w 1960775"/>
              <a:gd name="connsiteY2" fmla="*/ 6881568 h 6881568"/>
              <a:gd name="connsiteX3" fmla="*/ 0 w 1960775"/>
              <a:gd name="connsiteY3" fmla="*/ 6806154 h 6881568"/>
              <a:gd name="connsiteX4" fmla="*/ 1319753 w 1960775"/>
              <a:gd name="connsiteY4" fmla="*/ 18854 h 6881568"/>
              <a:gd name="connsiteX0" fmla="*/ 1593130 w 2234152"/>
              <a:gd name="connsiteY0" fmla="*/ 18854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93130 w 2234152"/>
              <a:gd name="connsiteY4" fmla="*/ 18854 h 6881569"/>
              <a:gd name="connsiteX0" fmla="*/ 1583717 w 2234152"/>
              <a:gd name="connsiteY0" fmla="*/ 9420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83717 w 2234152"/>
              <a:gd name="connsiteY4" fmla="*/ 9420 h 6881569"/>
              <a:gd name="connsiteX0" fmla="*/ 1583717 w 2243566"/>
              <a:gd name="connsiteY0" fmla="*/ 0 h 6872149"/>
              <a:gd name="connsiteX1" fmla="*/ 2243566 w 2243566"/>
              <a:gd name="connsiteY1" fmla="*/ 12 h 6872149"/>
              <a:gd name="connsiteX2" fmla="*/ 2234152 w 2243566"/>
              <a:gd name="connsiteY2" fmla="*/ 6872148 h 6872149"/>
              <a:gd name="connsiteX3" fmla="*/ 0 w 2243566"/>
              <a:gd name="connsiteY3" fmla="*/ 6872149 h 6872149"/>
              <a:gd name="connsiteX4" fmla="*/ 1583717 w 2243566"/>
              <a:gd name="connsiteY4" fmla="*/ 0 h 687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3566" h="6872149">
                <a:moveTo>
                  <a:pt x="1583717" y="0"/>
                </a:moveTo>
                <a:lnTo>
                  <a:pt x="2243566" y="12"/>
                </a:lnTo>
                <a:lnTo>
                  <a:pt x="2234152" y="6872148"/>
                </a:lnTo>
                <a:lnTo>
                  <a:pt x="0" y="6872149"/>
                </a:lnTo>
                <a:lnTo>
                  <a:pt x="1583717" y="0"/>
                </a:lnTo>
                <a:close/>
              </a:path>
            </a:pathLst>
          </a:custGeom>
          <a:solidFill>
            <a:srgbClr val="CFB9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870E27-202E-F717-3FB6-D69451DF1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5070" y="2466280"/>
            <a:ext cx="7981645" cy="719757"/>
          </a:xfrm>
        </p:spPr>
        <p:txBody>
          <a:bodyPr>
            <a:noAutofit/>
          </a:bodyPr>
          <a:lstStyle>
            <a:lvl1pPr>
              <a:defRPr sz="9600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E966E-ACAB-E285-70D0-66AC08DF13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4339" y="3434010"/>
            <a:ext cx="7874567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 b="0" i="0">
                <a:solidFill>
                  <a:schemeClr val="bg2"/>
                </a:solidFill>
                <a:latin typeface="Acumin Pro Medium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add contact info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BC3A567-3D58-2F44-803E-CF1742FF8E2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3988" y="5739523"/>
            <a:ext cx="5061844" cy="535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65397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56800" y="0"/>
            <a:ext cx="2235200" cy="6858000"/>
          </a:xfrm>
          <a:prstGeom prst="rect">
            <a:avLst/>
          </a:prstGeom>
          <a:noFill/>
        </p:spPr>
      </p:pic>
      <p:sp>
        <p:nvSpPr>
          <p:cNvPr id="3" name="Title 6">
            <a:extLst>
              <a:ext uri="{FF2B5EF4-FFF2-40B4-BE49-F238E27FC236}">
                <a16:creationId xmlns:a16="http://schemas.microsoft.com/office/drawing/2014/main" id="{1648B145-A545-0D6D-AFF0-0F715C9075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5070" y="2466280"/>
            <a:ext cx="7981645" cy="719757"/>
          </a:xfrm>
        </p:spPr>
        <p:txBody>
          <a:bodyPr>
            <a:noAutofit/>
          </a:bodyPr>
          <a:lstStyle>
            <a:lvl1pPr>
              <a:defRPr sz="960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E3D40940-377F-6BBC-02CB-083B672BF56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4339" y="3434010"/>
            <a:ext cx="7874567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 b="0" i="0">
                <a:solidFill>
                  <a:schemeClr val="tx1"/>
                </a:solidFill>
                <a:latin typeface="Acumin Pro Medium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add contact info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29A4D2F-F17A-B040-9E4F-AFE7D2510A3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3984" y="5739523"/>
            <a:ext cx="5061853" cy="535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0253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19200A-5F39-EB36-4116-B2C1717CC7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948231" y="6295058"/>
            <a:ext cx="1786567" cy="3239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AF61CC-58D4-72CE-66CA-BFE87D085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86" y="385004"/>
            <a:ext cx="11266714" cy="5890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slide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FD4295-B2CD-F1FF-F99B-B267D1740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086" y="1192696"/>
            <a:ext cx="11266714" cy="48379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5614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6" r:id="rId2"/>
    <p:sldLayoutId id="2147483702" r:id="rId3"/>
    <p:sldLayoutId id="2147483708" r:id="rId4"/>
    <p:sldLayoutId id="2147483687" r:id="rId5"/>
    <p:sldLayoutId id="2147483714" r:id="rId6"/>
    <p:sldLayoutId id="2147483688" r:id="rId7"/>
    <p:sldLayoutId id="2147483650" r:id="rId8"/>
    <p:sldLayoutId id="2147483701" r:id="rId9"/>
    <p:sldLayoutId id="2147483711" r:id="rId10"/>
    <p:sldLayoutId id="2147483712" r:id="rId11"/>
    <p:sldLayoutId id="2147483656" r:id="rId12"/>
    <p:sldLayoutId id="2147483657" r:id="rId13"/>
    <p:sldLayoutId id="2147483706" r:id="rId14"/>
    <p:sldLayoutId id="2147483705" r:id="rId15"/>
    <p:sldLayoutId id="2147483707" r:id="rId16"/>
    <p:sldLayoutId id="2147483713" r:id="rId17"/>
    <p:sldLayoutId id="2147483709" r:id="rId18"/>
    <p:sldLayoutId id="2147483710" r:id="rId19"/>
    <p:sldLayoutId id="2147483653" r:id="rId20"/>
    <p:sldLayoutId id="2147483690" r:id="rId21"/>
    <p:sldLayoutId id="2147483704" r:id="rId22"/>
    <p:sldLayoutId id="2147483692" r:id="rId23"/>
    <p:sldLayoutId id="2147483693" r:id="rId24"/>
    <p:sldLayoutId id="2147483691" r:id="rId25"/>
    <p:sldLayoutId id="2147483703" r:id="rId26"/>
  </p:sldLayoutIdLst>
  <p:hf sldNum="0" hdr="0" dt="0"/>
  <p:txStyles>
    <p:titleStyle>
      <a:lvl1pPr algn="l" defTabSz="914400" rtl="0" eaLnBrk="1" fontAlgn="b" latinLnBrk="0" hangingPunct="1">
        <a:lnSpc>
          <a:spcPct val="90000"/>
        </a:lnSpc>
        <a:spcBef>
          <a:spcPct val="0"/>
        </a:spcBef>
        <a:buNone/>
        <a:defRPr lang="en-US" sz="4800" b="1" i="1" kern="1200" cap="none" baseline="0" dirty="0">
          <a:solidFill>
            <a:schemeClr val="tx1"/>
          </a:solidFill>
          <a:latin typeface="Acumin Pro Condensed Semibold" panose="020B0506020202020204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itchFamily="2" charset="2"/>
        <a:buChar char="§"/>
        <a:defRPr sz="2000" b="0" i="0" kern="1200" baseline="0">
          <a:solidFill>
            <a:schemeClr val="tx1"/>
          </a:solidFill>
          <a:latin typeface="Acumin Pro" panose="020B0504020202020204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800" b="0" i="0" kern="1200" baseline="0">
          <a:solidFill>
            <a:schemeClr val="tx1"/>
          </a:solidFill>
          <a:latin typeface="Acumin Pro" panose="020B0504020202020204" pitchFamily="34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600" b="0" i="0" kern="1200" baseline="0">
          <a:solidFill>
            <a:schemeClr val="tx1"/>
          </a:solidFill>
          <a:latin typeface="Acumin Pro" panose="020B0504020202020204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500" b="0" i="0" kern="1200" baseline="0">
          <a:solidFill>
            <a:schemeClr val="tx1"/>
          </a:solidFill>
          <a:latin typeface="Acumin Pro" panose="020B0504020202020204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400" b="0" i="0" kern="1200" baseline="0">
          <a:solidFill>
            <a:schemeClr val="tx1"/>
          </a:solidFill>
          <a:latin typeface="Acumin Pro" panose="020B0504020202020204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F09A7-CF48-9701-322A-A0BBD1C2F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257" y="369278"/>
            <a:ext cx="9130937" cy="2164162"/>
          </a:xfrm>
        </p:spPr>
        <p:txBody>
          <a:bodyPr/>
          <a:lstStyle/>
          <a:p>
            <a:r>
              <a:rPr lang="en-US" sz="4400" dirty="0"/>
              <a:t>DRIFT: Distributed Real-time Inertial and Frame Tracking on Resource-Constrained ESP32 Hardware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91BF94-59A9-105F-273E-B29E440F25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23257" y="2629338"/>
            <a:ext cx="7763458" cy="1054639"/>
          </a:xfrm>
        </p:spPr>
        <p:txBody>
          <a:bodyPr/>
          <a:lstStyle/>
          <a:p>
            <a:r>
              <a:rPr lang="en-US" dirty="0"/>
              <a:t>Phillipp Gery, Vedant Patkar, Francisco Benitez, Jack Kester and Sam Pisciotta</a:t>
            </a:r>
          </a:p>
        </p:txBody>
      </p:sp>
      <p:pic>
        <p:nvPicPr>
          <p:cNvPr id="10242" name="Picture 2" descr="Company directory | Würth Group">
            <a:extLst>
              <a:ext uri="{FF2B5EF4-FFF2-40B4-BE49-F238E27FC236}">
                <a16:creationId xmlns:a16="http://schemas.microsoft.com/office/drawing/2014/main" id="{8FFE6B49-BB9A-F93A-36D6-B2E38FB0D2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37511" y="5495300"/>
            <a:ext cx="2483556" cy="993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4997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4F09C-7366-BD6B-FEE0-4C7B09797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F928BF5-4405-70B6-D62C-2A6163D6BCC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C2E939-D375-C14A-E644-B53505B5005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9" y="1543324"/>
            <a:ext cx="10849709" cy="4454706"/>
          </a:xfrm>
        </p:spPr>
        <p:txBody>
          <a:bodyPr/>
          <a:lstStyle/>
          <a:p>
            <a:pPr marL="342900" lvl="0" indent="-228600">
              <a:spcAft>
                <a:spcPct val="0"/>
              </a:spcAft>
              <a:buFont typeface="Wingdings" pitchFamily="2" charset="2"/>
              <a:buChar char="§"/>
              <a:tabLst>
                <a:tab pos="5024438" algn="dec"/>
              </a:tabLst>
            </a:pPr>
            <a:r>
              <a:rPr lang="en-US" altLang="en-US" sz="1600" dirty="0"/>
              <a:t>Indoor, underground, GPS-denied → robots need self contained pose estimation </a:t>
            </a:r>
          </a:p>
          <a:p>
            <a:pPr marL="342900" lvl="0" indent="-228600">
              <a:spcAft>
                <a:spcPct val="0"/>
              </a:spcAft>
              <a:buFont typeface="Wingdings" pitchFamily="2" charset="2"/>
              <a:buChar char="§"/>
              <a:tabLst>
                <a:tab pos="5141913" algn="l"/>
              </a:tabLst>
            </a:pPr>
            <a:r>
              <a:rPr lang="en-US" altLang="en-US" sz="1600" dirty="0"/>
              <a:t>State-of-the-art VIO (ORB-SLAM3, VINS-Mono) targets ARM Cortex-A / GPU </a:t>
            </a:r>
          </a:p>
          <a:p>
            <a:pPr marL="342900" lvl="0" indent="-228600">
              <a:spcAft>
                <a:spcPct val="0"/>
              </a:spcAft>
              <a:buFont typeface="Wingdings" pitchFamily="2" charset="2"/>
              <a:buChar char="§"/>
            </a:pPr>
            <a:r>
              <a:rPr lang="en-US" altLang="en-US" sz="1600" dirty="0"/>
              <a:t>We target a ESP32-S3 — two orders of magnitude less compute </a:t>
            </a:r>
          </a:p>
          <a:p>
            <a:pPr marL="342900" lvl="0" indent="-228600">
              <a:spcAft>
                <a:spcPct val="0"/>
              </a:spcAft>
              <a:buFont typeface="Wingdings" pitchFamily="2" charset="2"/>
              <a:buChar char="§"/>
            </a:pPr>
            <a:r>
              <a:rPr lang="en-US" altLang="en-US" sz="1600" dirty="0"/>
              <a:t>Why care? Inspection swarms, search-and-rescue,  indoor wearables — all deploy at MCU scale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32C3DBC-87D7-366A-C74D-439D8713D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Localization Without GPS, Without a Real Computer</a:t>
            </a:r>
          </a:p>
        </p:txBody>
      </p:sp>
      <p:pic>
        <p:nvPicPr>
          <p:cNvPr id="1029" name="Picture 5" descr="What Is Simultaneous Localization and Mapping? What Is Simultaneous  Localization and Mapping? | NVIDIA Blog">
            <a:extLst>
              <a:ext uri="{FF2B5EF4-FFF2-40B4-BE49-F238E27FC236}">
                <a16:creationId xmlns:a16="http://schemas.microsoft.com/office/drawing/2014/main" id="{648F58D5-6473-4E90-6256-5BA90C2C7B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7867" y="1973874"/>
            <a:ext cx="5238044" cy="2910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6481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4B054-0AA1-6E63-9F7F-E92D1F083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E67A13A-BE9E-536D-0FCA-127F0FD264C2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pPr marL="57150" lvl="0" fontAlgn="base">
              <a:spcAft>
                <a:spcPct val="0"/>
              </a:spcAft>
            </a:pPr>
            <a:r>
              <a:rPr lang="en-US" altLang="en-US" sz="1600" dirty="0"/>
              <a:t>Scale ambiguity: monocular vision can't recover metric scale alone </a:t>
            </a:r>
          </a:p>
          <a:p>
            <a:pPr marL="57150" lvl="0" fontAlgn="base">
              <a:spcAft>
                <a:spcPct val="0"/>
              </a:spcAft>
            </a:pPr>
            <a:r>
              <a:rPr lang="en-US" altLang="en-US" sz="1600" dirty="0"/>
              <a:t>Compute wall: SVD, Essential matrices, RANSAC don't fit a 240 MHz dual core </a:t>
            </a:r>
          </a:p>
          <a:p>
            <a:pPr marL="57150" lvl="0" fontAlgn="base">
              <a:spcAft>
                <a:spcPct val="0"/>
              </a:spcAft>
            </a:pPr>
            <a:r>
              <a:rPr lang="en-US" altLang="en-US" sz="1600" dirty="0"/>
              <a:t>Drift wall: MEMS gyro bias is the silent killer — drift is quadratic in time </a:t>
            </a:r>
          </a:p>
          <a:p>
            <a:pPr marL="57150" lvl="0" fontAlgn="base">
              <a:spcAft>
                <a:spcPct val="0"/>
              </a:spcAft>
            </a:pPr>
            <a:r>
              <a:rPr lang="en-US" altLang="en-US" sz="1600" dirty="0"/>
              <a:t>Pure IMU dead-reckoning fails after a few seconds; pure vision fails on scale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536E87E-E9D9-6932-F09A-9B42F6BB2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Hardware Constrains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DE2506-ABBD-18DB-C243-7E91228AEC1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BAF507-D865-1544-CD27-8E32C028951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97630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0836D38-B30B-79E6-4614-A4007BE0B62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0E15891-862B-71ED-4E56-B86B4EB7C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Hardware Constrains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81722A86-09FA-4707-6154-0FEC2E2007F9}"/>
              </a:ext>
            </a:extLst>
          </p:cNvPr>
          <p:cNvSpPr>
            <a:spLocks noGrp="1" noChangeArrowheads="1"/>
          </p:cNvSpPr>
          <p:nvPr>
            <p:ph type="body" sz="quarter" idx="10"/>
          </p:nvPr>
        </p:nvSpPr>
        <p:spPr bwMode="auto">
          <a:xfrm>
            <a:off x="457199" y="3088952"/>
            <a:ext cx="6873805" cy="1363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7150" marR="0" lvl="0" indent="-228600" fontAlgn="base"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</a:pPr>
            <a:r>
              <a:rPr lang="en-US" altLang="en-US" sz="1600" dirty="0"/>
              <a:t>Scale ambiguity: monocular vision can't recover metric scale alone </a:t>
            </a:r>
          </a:p>
          <a:p>
            <a:pPr marL="57150" marR="0" lvl="0" indent="-228600" fontAlgn="base"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</a:pPr>
            <a:r>
              <a:rPr lang="en-US" altLang="en-US" sz="1600" dirty="0"/>
              <a:t>Compute wall: SVD, Essential matrices, RANSAC don't fit a 240 MHz dual core </a:t>
            </a:r>
          </a:p>
          <a:p>
            <a:pPr marL="57150" marR="0" lvl="0" indent="-228600" fontAlgn="base"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</a:pPr>
            <a:r>
              <a:rPr lang="en-US" altLang="en-US" sz="1600" dirty="0"/>
              <a:t>Drift wall: MEMS gyro bias is the silent killer — drift is quadratic in time </a:t>
            </a:r>
          </a:p>
          <a:p>
            <a:pPr marL="57150" marR="0" lvl="0" indent="-228600" fontAlgn="base"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</a:pPr>
            <a:r>
              <a:rPr lang="en-US" altLang="en-US" sz="1600" dirty="0"/>
              <a:t>Pure IMU dead-reckoning fails after a few seconds; pure vision fails on scale</a:t>
            </a:r>
          </a:p>
        </p:txBody>
      </p:sp>
    </p:spTree>
    <p:extLst>
      <p:ext uri="{BB962C8B-B14F-4D97-AF65-F5344CB8AC3E}">
        <p14:creationId xmlns:p14="http://schemas.microsoft.com/office/powerpoint/2010/main" val="5147891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CA295D0-B453-B351-7718-B5E7A6B6694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94D968-BC79-68BF-BCD0-226BDEE255E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501610F-3E9A-F683-5FEF-A41E60CCC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i="0" dirty="0"/>
              <a:t>System Architecture</a:t>
            </a:r>
            <a:endParaRPr lang="en-US" dirty="0"/>
          </a:p>
        </p:txBody>
      </p:sp>
      <p:pic>
        <p:nvPicPr>
          <p:cNvPr id="8" name="Picture 7" descr="A diagram of a computer system&#10;&#10;AI-generated content may be incorrect.">
            <a:extLst>
              <a:ext uri="{FF2B5EF4-FFF2-40B4-BE49-F238E27FC236}">
                <a16:creationId xmlns:a16="http://schemas.microsoft.com/office/drawing/2014/main" id="{4CAA2B4A-971A-5154-80AC-DDCF7FA322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8636" y="1441334"/>
            <a:ext cx="8983838" cy="4658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8296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EAE03-5603-0CFF-A1D8-45D442437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534DE81-7E48-521A-06ED-9243DD1F0F7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A73DDA-81B7-9B03-5C50-4EAB5F6CB4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28600" indent="-228600">
              <a:spcAft>
                <a:spcPct val="0"/>
              </a:spcAft>
              <a:buFont typeface="Wingdings" pitchFamily="2" charset="2"/>
              <a:buChar char="§"/>
            </a:pPr>
            <a:r>
              <a:rPr lang="en-US" sz="1600" dirty="0"/>
              <a:t>Four Different nodes:</a:t>
            </a:r>
          </a:p>
          <a:p>
            <a:pPr marL="685800" lvl="2" indent="-228600">
              <a:spcBef>
                <a:spcPts val="1000"/>
              </a:spcBef>
              <a:spcAft>
                <a:spcPct val="0"/>
              </a:spcAft>
              <a:buFont typeface="Wingdings" pitchFamily="2" charset="2"/>
              <a:buChar char="§"/>
            </a:pPr>
            <a:r>
              <a:rPr lang="en-US" sz="1600" dirty="0"/>
              <a:t>Node 1 — WE ISDS + VIO. Industrial-grade Würth</a:t>
            </a:r>
          </a:p>
          <a:p>
            <a:pPr marL="685800" lvl="2" indent="-228600">
              <a:spcBef>
                <a:spcPts val="1000"/>
              </a:spcBef>
              <a:spcAft>
                <a:spcPct val="0"/>
              </a:spcAft>
              <a:buFont typeface="Wingdings" pitchFamily="2" charset="2"/>
              <a:buChar char="§"/>
            </a:pPr>
            <a:r>
              <a:rPr lang="en-US" sz="1600" dirty="0"/>
              <a:t>Node 2 — MPU-6050 + VIO. Hobby-grade</a:t>
            </a:r>
          </a:p>
          <a:p>
            <a:pPr marL="685800" lvl="2" indent="-228600">
              <a:spcBef>
                <a:spcPts val="1000"/>
              </a:spcBef>
              <a:spcAft>
                <a:spcPct val="0"/>
              </a:spcAft>
              <a:buFont typeface="Wingdings" pitchFamily="2" charset="2"/>
              <a:buChar char="§"/>
            </a:pPr>
            <a:r>
              <a:rPr lang="en-US" sz="1600" dirty="0"/>
              <a:t>Node 3 — WE ISDS only. IMU dead-reckoning.</a:t>
            </a:r>
          </a:p>
          <a:p>
            <a:pPr marL="685800" lvl="2" indent="-228600">
              <a:spcBef>
                <a:spcPts val="1000"/>
              </a:spcBef>
              <a:spcAft>
                <a:spcPct val="0"/>
              </a:spcAft>
              <a:buFont typeface="Wingdings" pitchFamily="2" charset="2"/>
              <a:buChar char="§"/>
            </a:pPr>
            <a:r>
              <a:rPr lang="en-US" sz="1600" dirty="0"/>
              <a:t>Node 4 — MPU-6050 only. IMU dead-reckoning.</a:t>
            </a:r>
          </a:p>
          <a:p>
            <a:pPr marL="228600" indent="-228600">
              <a:spcAft>
                <a:spcPct val="0"/>
              </a:spcAft>
              <a:buFont typeface="Wingdings" pitchFamily="2" charset="2"/>
              <a:buChar char="§"/>
            </a:pPr>
            <a:r>
              <a:rPr lang="en-US" sz="1600" dirty="0"/>
              <a:t>Five Scenarios:</a:t>
            </a:r>
          </a:p>
          <a:p>
            <a:pPr marL="685800" lvl="2" indent="-228600">
              <a:spcBef>
                <a:spcPts val="1000"/>
              </a:spcBef>
              <a:spcAft>
                <a:spcPct val="0"/>
              </a:spcAft>
              <a:buFont typeface="Wingdings" pitchFamily="2" charset="2"/>
              <a:buChar char="§"/>
            </a:pPr>
            <a:r>
              <a:rPr lang="en-US" sz="1600" dirty="0"/>
              <a:t>Static, 10 s / Straight line, 2 m / Rectangle, 1.0 m ×0.5 m / Circle, 40 cm diameter / Free-form path</a:t>
            </a:r>
          </a:p>
          <a:p>
            <a:pPr marL="742950" lvl="1" indent="-285750"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ECFA514-A672-7908-EE38-4201249BF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Experimental Setup</a:t>
            </a:r>
          </a:p>
        </p:txBody>
      </p:sp>
    </p:spTree>
    <p:extLst>
      <p:ext uri="{BB962C8B-B14F-4D97-AF65-F5344CB8AC3E}">
        <p14:creationId xmlns:p14="http://schemas.microsoft.com/office/powerpoint/2010/main" val="20985042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BDB10-7444-57FF-144B-3087597E9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49FE6CC-D36A-2F31-8E7B-9395D1B9599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4539B8-40AA-B2FE-2F81-C3BD625CF7D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742950" lvl="1" indent="-285750"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1F31F2F-FA66-0A1C-F649-DE0DCAD0A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Results</a:t>
            </a:r>
          </a:p>
        </p:txBody>
      </p:sp>
      <p:pic>
        <p:nvPicPr>
          <p:cNvPr id="6" name="Picture 5" descr="A table with text and numbers&#10;&#10;AI-generated content may be incorrect.">
            <a:extLst>
              <a:ext uri="{FF2B5EF4-FFF2-40B4-BE49-F238E27FC236}">
                <a16:creationId xmlns:a16="http://schemas.microsoft.com/office/drawing/2014/main" id="{6B53C7B0-6225-629A-9953-31B56C7C37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2469" y="2219796"/>
            <a:ext cx="9527062" cy="2418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6132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A1A4C-7218-BFD4-6B64-9AD0FB867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6750C12-49D6-1347-51E2-B73BC1455D0E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pPr marL="57150" lvl="0" fontAlgn="base">
              <a:spcAft>
                <a:spcPct val="0"/>
              </a:spcAft>
            </a:pPr>
            <a:r>
              <a:rPr lang="en-US" altLang="en-US" sz="1600" dirty="0"/>
              <a:t>Scale ambiguity: monocular vision can't recover metric scale alone </a:t>
            </a:r>
          </a:p>
          <a:p>
            <a:pPr marL="57150" lvl="0" fontAlgn="base">
              <a:spcAft>
                <a:spcPct val="0"/>
              </a:spcAft>
            </a:pPr>
            <a:r>
              <a:rPr lang="en-US" altLang="en-US" sz="1600" dirty="0"/>
              <a:t>Compute wall: SVD, Essential matrices, RANSAC don't fit a 240 MHz dual core </a:t>
            </a:r>
          </a:p>
          <a:p>
            <a:pPr marL="57150" lvl="0" fontAlgn="base">
              <a:spcAft>
                <a:spcPct val="0"/>
              </a:spcAft>
            </a:pPr>
            <a:r>
              <a:rPr lang="en-US" altLang="en-US" sz="1600" dirty="0"/>
              <a:t>Drift wall: MEMS gyro bias is the silent killer — drift is quadratic in time </a:t>
            </a:r>
          </a:p>
          <a:p>
            <a:pPr marL="57150" lvl="0" fontAlgn="base">
              <a:spcAft>
                <a:spcPct val="0"/>
              </a:spcAft>
            </a:pPr>
            <a:r>
              <a:rPr lang="en-US" altLang="en-US" sz="1600" dirty="0"/>
              <a:t>Pure IMU dead-reckoning fails after a few seconds; pure vision fails on scale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BF81B92-137C-EFBC-0966-1600D83E5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Hardware Constrains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629CAF-F75B-F337-33BA-C2DA23E3199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1A1860-DC4E-8C8B-746E-D41E8F6CEEE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10926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0456B-2C30-6344-D744-EB0E67498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6ABB363-A8B0-F3B5-A24C-31B6499B9FC4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dirty="0"/>
              <a:t>Done:</a:t>
            </a:r>
          </a:p>
          <a:p>
            <a:pPr marL="457200" lvl="1" indent="0">
              <a:buNone/>
            </a:pPr>
            <a:r>
              <a:rPr lang="en-US" dirty="0"/>
              <a:t>✓ End-to-end VIO on bare-metal ESP32-S3</a:t>
            </a:r>
          </a:p>
          <a:p>
            <a:pPr marL="457200" lvl="1" indent="0">
              <a:buNone/>
            </a:pPr>
            <a:r>
              <a:rPr lang="en-US" dirty="0"/>
              <a:t>✓ IPM + gyro </a:t>
            </a:r>
            <a:r>
              <a:rPr lang="en-US" dirty="0" err="1"/>
              <a:t>derotation</a:t>
            </a:r>
            <a:r>
              <a:rPr lang="en-US" dirty="0"/>
              <a:t> + planar EKF</a:t>
            </a:r>
          </a:p>
          <a:p>
            <a:pPr marL="457200" lvl="1" indent="0">
              <a:buNone/>
            </a:pPr>
            <a:r>
              <a:rPr lang="en-US" dirty="0"/>
              <a:t>✓ Drift bounded on closed-loop trajectories where IMU-only diverges</a:t>
            </a:r>
          </a:p>
          <a:p>
            <a:r>
              <a:rPr lang="en-US" dirty="0"/>
              <a:t>Future Steps:</a:t>
            </a:r>
          </a:p>
          <a:p>
            <a:pPr marL="457200" lvl="1" indent="0">
              <a:buNone/>
            </a:pPr>
            <a:r>
              <a:rPr lang="en-US" dirty="0" err="1"/>
              <a:t>TinyML</a:t>
            </a:r>
            <a:r>
              <a:rPr lang="en-US" dirty="0"/>
              <a:t> motion-class auxiliary channel (Edge Impulse) for adaptive filter tuning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A1044F4-3019-3C3C-880C-BC98AF9E9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Conclusion and Future Steps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3F1CDA-3388-B0FB-9DF2-03E80E28047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87B2BF-EC4B-BA59-D41D-0E85969FE5E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9752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72CBA-026F-7E96-546F-23B8813A8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5552662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EFFFF"/>
      </a:lt1>
      <a:dk2>
        <a:srgbClr val="55585F"/>
      </a:dk2>
      <a:lt2>
        <a:srgbClr val="CECACB"/>
      </a:lt2>
      <a:accent1>
        <a:srgbClr val="CFB891"/>
      </a:accent1>
      <a:accent2>
        <a:srgbClr val="555960"/>
      </a:accent2>
      <a:accent3>
        <a:srgbClr val="8D6F3D"/>
      </a:accent3>
      <a:accent4>
        <a:srgbClr val="FFFFFF"/>
      </a:accent4>
      <a:accent5>
        <a:srgbClr val="DAAA00"/>
      </a:accent5>
      <a:accent6>
        <a:srgbClr val="9D9694"/>
      </a:accent6>
      <a:hlink>
        <a:srgbClr val="000000"/>
      </a:hlink>
      <a:folHlink>
        <a:srgbClr val="FEFFFF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dk1">
            <a:shade val="50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ECE-2023-Purdue-Brand-Widescreen" id="{30FFB1EA-582B-2A40-B039-BBC133DF82FC}" vid="{368723F2-A6C5-B94F-AB07-2118B3CB211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4E202481DC1CB46AA011D949D311478" ma:contentTypeVersion="13" ma:contentTypeDescription="Create a new document." ma:contentTypeScope="" ma:versionID="309c718596e4092f54ce9aa93358bb8d">
  <xsd:schema xmlns:xsd="http://www.w3.org/2001/XMLSchema" xmlns:xs="http://www.w3.org/2001/XMLSchema" xmlns:p="http://schemas.microsoft.com/office/2006/metadata/properties" xmlns:ns2="37af3f4b-4b66-46f9-8456-831d9bc3e737" xmlns:ns3="d6656b4d-3fa0-4709-acfb-d5e813445d1e" targetNamespace="http://schemas.microsoft.com/office/2006/metadata/properties" ma:root="true" ma:fieldsID="0c34f3e70276db9d2471c2526b8de3df" ns2:_="" ns3:_="">
    <xsd:import namespace="37af3f4b-4b66-46f9-8456-831d9bc3e737"/>
    <xsd:import namespace="d6656b4d-3fa0-4709-acfb-d5e813445d1e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af3f4b-4b66-46f9-8456-831d9bc3e737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8e9e90a8-b24c-4be7-8760-a88b2cd47eb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656b4d-3fa0-4709-acfb-d5e813445d1e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4ebcf308-42de-4d63-b51a-b2360cc04078}" ma:internalName="TaxCatchAll" ma:showField="CatchAllData" ma:web="d6656b4d-3fa0-4709-acfb-d5e813445d1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d6656b4d-3fa0-4709-acfb-d5e813445d1e">
      <UserInfo>
        <DisplayName>Schott, Thomas H.</DisplayName>
        <AccountId>17</AccountId>
        <AccountType/>
      </UserInfo>
      <UserInfo>
        <DisplayName>Sarault, Olivia M</DisplayName>
        <AccountId>29</AccountId>
        <AccountType/>
      </UserInfo>
      <UserInfo>
        <DisplayName>Hiller, Kelly R</DisplayName>
        <AccountId>98</AccountId>
        <AccountType/>
      </UserInfo>
      <UserInfo>
        <DisplayName>Eddy, Abigail Ellen</DisplayName>
        <AccountId>46</AccountId>
        <AccountType/>
      </UserInfo>
      <UserInfo>
        <DisplayName>Gu, Yu Rain</DisplayName>
        <AccountId>77</AccountId>
        <AccountType/>
      </UserInfo>
      <UserInfo>
        <DisplayName>Reese, Kristy S</DisplayName>
        <AccountId>26</AccountId>
        <AccountType/>
      </UserInfo>
    </SharedWithUsers>
    <lcf76f155ced4ddcb4097134ff3c332f xmlns="37af3f4b-4b66-46f9-8456-831d9bc3e737">
      <Terms xmlns="http://schemas.microsoft.com/office/infopath/2007/PartnerControls"/>
    </lcf76f155ced4ddcb4097134ff3c332f>
    <TaxCatchAll xmlns="d6656b4d-3fa0-4709-acfb-d5e813445d1e" xsi:nil="true"/>
  </documentManagement>
</p:properties>
</file>

<file path=customXml/itemProps1.xml><?xml version="1.0" encoding="utf-8"?>
<ds:datastoreItem xmlns:ds="http://schemas.openxmlformats.org/officeDocument/2006/customXml" ds:itemID="{64D795B0-FAA0-424A-9B96-7691ED1EF26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7af3f4b-4b66-46f9-8456-831d9bc3e737"/>
    <ds:schemaRef ds:uri="d6656b4d-3fa0-4709-acfb-d5e813445d1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5B64EEB-1B4A-4920-AA44-E234D7D487D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1DE0D6C-581B-4814-98E7-EF172D5D46A1}">
  <ds:schemaRefs>
    <ds:schemaRef ds:uri="http://schemas.microsoft.com/office/2006/documentManagement/types"/>
    <ds:schemaRef ds:uri="37af3f4b-4b66-46f9-8456-831d9bc3e737"/>
    <ds:schemaRef ds:uri="http://schemas.openxmlformats.org/package/2006/metadata/core-properties"/>
    <ds:schemaRef ds:uri="http://purl.org/dc/terms/"/>
    <ds:schemaRef ds:uri="http://purl.org/dc/elements/1.1/"/>
    <ds:schemaRef ds:uri="http://www.w3.org/XML/1998/namespace"/>
    <ds:schemaRef ds:uri="http://schemas.microsoft.com/office/infopath/2007/PartnerControls"/>
    <ds:schemaRef ds:uri="d6656b4d-3fa0-4709-acfb-d5e813445d1e"/>
    <ds:schemaRef ds:uri="http://schemas.microsoft.com/office/2006/metadata/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</TotalTime>
  <Words>388</Words>
  <Application>Microsoft Macintosh PowerPoint</Application>
  <PresentationFormat>Widescreen</PresentationFormat>
  <Paragraphs>44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1" baseType="lpstr">
      <vt:lpstr>Acumin Pro Semibold</vt:lpstr>
      <vt:lpstr>Acumin Pro Medium</vt:lpstr>
      <vt:lpstr>Franklin Gothic Medium</vt:lpstr>
      <vt:lpstr>Calibri</vt:lpstr>
      <vt:lpstr>Arial</vt:lpstr>
      <vt:lpstr>Franklin Gothic Medium Cond</vt:lpstr>
      <vt:lpstr>Acumin Pro</vt:lpstr>
      <vt:lpstr>Acumin Pro Condensed Semibold</vt:lpstr>
      <vt:lpstr>Franklin Gothic Book</vt:lpstr>
      <vt:lpstr>Wingdings</vt:lpstr>
      <vt:lpstr>Office Theme</vt:lpstr>
      <vt:lpstr>DRIFT: Distributed Real-time Inertial and Frame Tracking on Resource-Constrained ESP32 Hardware</vt:lpstr>
      <vt:lpstr>Localization Without GPS, Without a Real Computer</vt:lpstr>
      <vt:lpstr>Hardware Constrains</vt:lpstr>
      <vt:lpstr>Hardware Constrains</vt:lpstr>
      <vt:lpstr>System Architecture</vt:lpstr>
      <vt:lpstr>Experimental Setup</vt:lpstr>
      <vt:lpstr>Results</vt:lpstr>
      <vt:lpstr>Hardware Constrains</vt:lpstr>
      <vt:lpstr>Conclusion and Future Steps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Phillipp Herbert Josef Gery</dc:creator>
  <cp:lastModifiedBy>Phillipp Herbert Josef Gery</cp:lastModifiedBy>
  <cp:revision>3</cp:revision>
  <dcterms:created xsi:type="dcterms:W3CDTF">2026-05-06T23:58:38Z</dcterms:created>
  <dcterms:modified xsi:type="dcterms:W3CDTF">2026-05-07T00:30:35Z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044bd30-2ed7-4c9d-9d12-46200872a97b_Enabled">
    <vt:lpwstr>true</vt:lpwstr>
  </property>
  <property fmtid="{D5CDD505-2E9C-101B-9397-08002B2CF9AE}" pid="3" name="MSIP_Label_4044bd30-2ed7-4c9d-9d12-46200872a97b_SetDate">
    <vt:lpwstr>2023-02-20T19:00:53Z</vt:lpwstr>
  </property>
  <property fmtid="{D5CDD505-2E9C-101B-9397-08002B2CF9AE}" pid="4" name="MSIP_Label_4044bd30-2ed7-4c9d-9d12-46200872a97b_Method">
    <vt:lpwstr>Standard</vt:lpwstr>
  </property>
  <property fmtid="{D5CDD505-2E9C-101B-9397-08002B2CF9AE}" pid="5" name="MSIP_Label_4044bd30-2ed7-4c9d-9d12-46200872a97b_Name">
    <vt:lpwstr>defa4170-0d19-0005-0004-bc88714345d2</vt:lpwstr>
  </property>
  <property fmtid="{D5CDD505-2E9C-101B-9397-08002B2CF9AE}" pid="6" name="MSIP_Label_4044bd30-2ed7-4c9d-9d12-46200872a97b_SiteId">
    <vt:lpwstr>4130bd39-7c53-419c-b1e5-8758d6d63f21</vt:lpwstr>
  </property>
  <property fmtid="{D5CDD505-2E9C-101B-9397-08002B2CF9AE}" pid="7" name="MSIP_Label_4044bd30-2ed7-4c9d-9d12-46200872a97b_ActionId">
    <vt:lpwstr>b33bf962-ed92-4dd9-bc75-9825fb79b2e3</vt:lpwstr>
  </property>
  <property fmtid="{D5CDD505-2E9C-101B-9397-08002B2CF9AE}" pid="8" name="MSIP_Label_4044bd30-2ed7-4c9d-9d12-46200872a97b_ContentBits">
    <vt:lpwstr>0</vt:lpwstr>
  </property>
  <property fmtid="{D5CDD505-2E9C-101B-9397-08002B2CF9AE}" pid="9" name="ContentTypeId">
    <vt:lpwstr>0x01010054E202481DC1CB46AA011D949D311478</vt:lpwstr>
  </property>
  <property fmtid="{D5CDD505-2E9C-101B-9397-08002B2CF9AE}" pid="10" name="MediaServiceImageTags">
    <vt:lpwstr/>
  </property>
</Properties>
</file>